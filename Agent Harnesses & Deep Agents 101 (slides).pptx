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70" r:id="rId3"/>
    <p:sldMasterId id="2147483771" r:id="rId4"/>
    <p:sldMasterId id="21474837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</p:sldIdLst>
  <p:sldSz cy="5143500" cx="9144000"/>
  <p:notesSz cx="6858000" cy="9144000"/>
  <p:embeddedFontLst>
    <p:embeddedFont>
      <p:font typeface="IBM Plex Mono Medium"/>
      <p:regular r:id="rId94"/>
      <p:bold r:id="rId95"/>
      <p:italic r:id="rId96"/>
      <p:boldItalic r:id="rId97"/>
    </p:embeddedFont>
    <p:embeddedFont>
      <p:font typeface="Inter Tight Medium"/>
      <p:regular r:id="rId98"/>
      <p:bold r:id="rId99"/>
      <p:italic r:id="rId100"/>
      <p:boldItalic r:id="rId101"/>
    </p:embeddedFont>
    <p:embeddedFont>
      <p:font typeface="Inter"/>
      <p:regular r:id="rId102"/>
      <p:bold r:id="rId103"/>
      <p:italic r:id="rId104"/>
      <p:boldItalic r:id="rId105"/>
    </p:embeddedFont>
    <p:embeddedFont>
      <p:font typeface="IBM Plex Mono SemiBold"/>
      <p:regular r:id="rId106"/>
      <p:bold r:id="rId107"/>
      <p:italic r:id="rId108"/>
      <p:boldItalic r:id="rId109"/>
    </p:embeddedFont>
    <p:embeddedFont>
      <p:font typeface="Inter Tight"/>
      <p:regular r:id="rId110"/>
      <p:bold r:id="rId111"/>
      <p:italic r:id="rId112"/>
      <p:boldItalic r:id="rId113"/>
    </p:embeddedFont>
    <p:embeddedFont>
      <p:font typeface="IBM Plex Mono"/>
      <p:regular r:id="rId114"/>
      <p:bold r:id="rId115"/>
      <p:italic r:id="rId116"/>
      <p:boldItalic r:id="rId1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7" Type="http://schemas.openxmlformats.org/officeDocument/2006/relationships/font" Target="fonts/IBMPlexMonoSemiBold-bold.fntdata"/><Relationship Id="rId106" Type="http://schemas.openxmlformats.org/officeDocument/2006/relationships/font" Target="fonts/IBMPlexMonoSemiBold-regular.fntdata"/><Relationship Id="rId105" Type="http://schemas.openxmlformats.org/officeDocument/2006/relationships/font" Target="fonts/Inter-boldItalic.fntdata"/><Relationship Id="rId104" Type="http://schemas.openxmlformats.org/officeDocument/2006/relationships/font" Target="fonts/Inter-italic.fntdata"/><Relationship Id="rId109" Type="http://schemas.openxmlformats.org/officeDocument/2006/relationships/font" Target="fonts/IBMPlexMonoSemiBold-boldItalic.fntdata"/><Relationship Id="rId108" Type="http://schemas.openxmlformats.org/officeDocument/2006/relationships/font" Target="fonts/IBMPlexMonoSemiBold-italic.fntdata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font" Target="fonts/Inter-bold.fntdata"/><Relationship Id="rId102" Type="http://schemas.openxmlformats.org/officeDocument/2006/relationships/font" Target="fonts/Inter-regular.fntdata"/><Relationship Id="rId101" Type="http://schemas.openxmlformats.org/officeDocument/2006/relationships/font" Target="fonts/InterTightMedium-boldItalic.fntdata"/><Relationship Id="rId100" Type="http://schemas.openxmlformats.org/officeDocument/2006/relationships/font" Target="fonts/InterTightMedium-italic.fntdata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95" Type="http://schemas.openxmlformats.org/officeDocument/2006/relationships/font" Target="fonts/IBMPlexMonoMedium-bold.fntdata"/><Relationship Id="rId94" Type="http://schemas.openxmlformats.org/officeDocument/2006/relationships/font" Target="fonts/IBMPlexMonoMedium-regular.fntdata"/><Relationship Id="rId97" Type="http://schemas.openxmlformats.org/officeDocument/2006/relationships/font" Target="fonts/IBMPlexMonoMedium-boldItalic.fntdata"/><Relationship Id="rId96" Type="http://schemas.openxmlformats.org/officeDocument/2006/relationships/font" Target="fonts/IBMPlexMonoMedium-italic.fntdata"/><Relationship Id="rId11" Type="http://schemas.openxmlformats.org/officeDocument/2006/relationships/slide" Target="slides/slide5.xml"/><Relationship Id="rId99" Type="http://schemas.openxmlformats.org/officeDocument/2006/relationships/font" Target="fonts/InterTightMedium-bold.fntdata"/><Relationship Id="rId10" Type="http://schemas.openxmlformats.org/officeDocument/2006/relationships/slide" Target="slides/slide4.xml"/><Relationship Id="rId98" Type="http://schemas.openxmlformats.org/officeDocument/2006/relationships/font" Target="fonts/InterTightMedium-regular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17" Type="http://schemas.openxmlformats.org/officeDocument/2006/relationships/font" Target="fonts/IBMPlexMono-boldItalic.fntdata"/><Relationship Id="rId116" Type="http://schemas.openxmlformats.org/officeDocument/2006/relationships/font" Target="fonts/IBMPlexMono-italic.fntdata"/><Relationship Id="rId115" Type="http://schemas.openxmlformats.org/officeDocument/2006/relationships/font" Target="fonts/IBMPlexMono-bold.fntdata"/><Relationship Id="rId15" Type="http://schemas.openxmlformats.org/officeDocument/2006/relationships/slide" Target="slides/slide9.xml"/><Relationship Id="rId110" Type="http://schemas.openxmlformats.org/officeDocument/2006/relationships/font" Target="fonts/InterTight-regular.fntdata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14" Type="http://schemas.openxmlformats.org/officeDocument/2006/relationships/font" Target="fonts/IBMPlexMono-regular.fntdata"/><Relationship Id="rId18" Type="http://schemas.openxmlformats.org/officeDocument/2006/relationships/slide" Target="slides/slide12.xml"/><Relationship Id="rId113" Type="http://schemas.openxmlformats.org/officeDocument/2006/relationships/font" Target="fonts/InterTight-boldItalic.fntdata"/><Relationship Id="rId112" Type="http://schemas.openxmlformats.org/officeDocument/2006/relationships/font" Target="fonts/InterTight-italic.fntdata"/><Relationship Id="rId111" Type="http://schemas.openxmlformats.org/officeDocument/2006/relationships/font" Target="fonts/InterTight-bold.fntdata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4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3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0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g3f9dd92df4a_1_26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2" name="Google Shape;1252;g3f9dd92df4a_1_26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g3fae392e20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8" name="Google Shape;1258;g3fae392e20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g3f9dd92df4a_1_54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7" name="Google Shape;1267;g3f9dd92df4a_1_54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g3f9dd92df4a_1_5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8" name="Google Shape;1278;g3f9dd92df4a_1_5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g3f9dd92df4a_1_10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3" name="Google Shape;1283;g3f9dd92df4a_1_10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g3f9dd92df4a_1_1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0" name="Google Shape;1290;g3f9dd92df4a_1_1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g3f9dd92df4a_1_1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9" name="Google Shape;1299;g3f9dd92df4a_1_1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g3f9dd92df4a_1_10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0" name="Google Shape;1310;g3f9dd92df4a_1_10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g3f9dd92df4a_1_10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2" name="Google Shape;1322;g3f9dd92df4a_1_10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2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g3fa0e025164_0_5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4" name="Google Shape;1334;g3fa0e025164_0_5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4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Google Shape;1345;g3fa0e025164_0_6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6" name="Google Shape;1346;g3fa0e025164_0_6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6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g3fa0e025164_0_6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8" name="Google Shape;1358;g3fa0e025164_0_6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8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g3f9dd92df4a_1_10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0" name="Google Shape;1370;g3f9dd92df4a_1_10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2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g3f9dd92df4a_1_10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4" name="Google Shape;1384;g3f9dd92df4a_1_10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6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g3f9dd92df4a_1_55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8" name="Google Shape;1398;g3f9dd92df4a_1_55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g3fa7dcf9a7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3" name="Google Shape;1413;g3fa7dcf9a7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g3fa0e025164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3" name="Google Shape;1423;g3fa0e025164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g3f9dd92df4a_1_53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2" name="Google Shape;1442;g3f9dd92df4a_1_5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0" name="Shape 1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Google Shape;1461;g3f9dd92df4a_1_54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2" name="Google Shape;1462;g3f9dd92df4a_1_5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9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Google Shape;1480;g3f9dd92df4a_1_56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1" name="Google Shape;1481;g3f9dd92df4a_1_56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8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g3f9dd92df4a_1_56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0" name="Google Shape;1500;g3f9dd92df4a_1_56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4" name="Shape 1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" name="Google Shape;1505;g3fa0e025164_0_5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6" name="Google Shape;1506;g3fa0e025164_0_5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3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Google Shape;1524;g3fa0e025164_0_5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5" name="Google Shape;1525;g3fa0e025164_0_5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4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" name="Google Shape;1545;g3f698c756e6_2_5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6" name="Google Shape;1546;g3f698c756e6_2_5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g3f9dd92df4a_1_56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3" name="Google Shape;1563;g3f9dd92df4a_1_56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1" name="Shape 1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Google Shape;1572;g3f9dd92df4a_1_6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3" name="Google Shape;1573;g3f9dd92df4a_1_6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2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Google Shape;1583;g3f698c756e6_2_5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4" name="Google Shape;1584;g3f698c756e6_2_5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0" name="Shape 1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1" name="Google Shape;1591;g3f698c756e6_2_10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2" name="Google Shape;1592;g3f698c756e6_2_10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4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Google Shape;1605;g3fa0e02516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6" name="Google Shape;1606;g3fa0e02516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8" name="Shape 1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" name="Google Shape;1619;g3f698c756e6_2_10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0" name="Google Shape;1620;g3f698c756e6_2_10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4" name="Shape 1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5" name="Google Shape;1625;g3fa0e025164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6" name="Google Shape;1626;g3fa0e025164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8" name="Shape 1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" name="Google Shape;1639;g3f698c756e6_2_7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0" name="Google Shape;1640;g3f698c756e6_2_7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2" name="Shape 1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3" name="Google Shape;1653;g3f698c756e6_2_8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4" name="Google Shape;1654;g3f698c756e6_2_8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" name="Google Shape;1682;g3f698c756e6_2_8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3" name="Google Shape;1683;g3f698c756e6_2_8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5" name="Shape 1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6" name="Google Shape;1716;g3f698c756e6_2_8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7" name="Google Shape;1717;g3f698c756e6_2_8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2" name="Shape 1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3" name="Google Shape;1753;g3f9dd92df4a_1_67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4" name="Google Shape;1754;g3f9dd92df4a_1_67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2" name="Shape 1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3" name="Google Shape;1793;g3f9dd92df4a_1_2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4" name="Google Shape;1794;g3f9dd92df4a_1_2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8" name="Shape 1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9" name="Google Shape;1799;g3f9dd92df4a_1_57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0" name="Google Shape;1800;g3f9dd92df4a_1_57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6" name="Shape 1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7" name="Google Shape;1807;g3f9dd92df4a_1_2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8" name="Google Shape;1808;g3f9dd92df4a_1_2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7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Google Shape;1818;g3fa0e025164_0_6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9" name="Google Shape;1819;g3fa0e025164_0_6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8" name="Shape 1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9" name="Google Shape;1829;g3fa0e025164_0_6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0" name="Google Shape;1830;g3fa0e025164_0_6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0" name="Shape 1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1" name="Google Shape;1841;g3f8d765f27b_2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2" name="Google Shape;1842;g3f8d765f27b_2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3" name="Shape 1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4" name="Google Shape;1854;g3f8c0d1f94f_23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5" name="Google Shape;1855;g3f8c0d1f94f_23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5" name="Shape 1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6" name="Google Shape;1866;g3f8c0d1f94f_23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7" name="Google Shape;1867;g3f8c0d1f94f_23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9" name="Shape 1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0" name="Google Shape;1880;g3f9dd92df4a_1_2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1" name="Google Shape;1881;g3f9dd92df4a_1_2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3" name="Shape 1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" name="Google Shape;1894;g3f8c0d1f94f_23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5" name="Google Shape;1895;g3f8c0d1f94f_23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7" name="Shape 1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8" name="Google Shape;1908;g3f9dd92df4a_1_20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9" name="Google Shape;1909;g3f9dd92df4a_1_20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3" name="Shape 1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" name="Google Shape;1914;g3f8e04522e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5" name="Google Shape;1915;g3f8e04522e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0" name="Shape 1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1" name="Google Shape;1921;g3f8e04522e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2" name="Google Shape;1922;g3f8e04522e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7" name="Shape 1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8" name="Google Shape;1928;g3f8e04522e9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9" name="Google Shape;1929;g3f8e04522e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4" name="Shape 1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" name="Google Shape;1935;g3f8e04522e9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6" name="Google Shape;1936;g3f8e04522e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1" name="Shape 1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2" name="Google Shape;1942;g3f9dd92df4a_1_20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3" name="Google Shape;1943;g3f9dd92df4a_1_20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9" name="Shape 1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0" name="Google Shape;1950;g3f8c0d1f94f_23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1" name="Google Shape;1951;g3f8c0d1f94f_23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6" name="Shape 1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7" name="Google Shape;1967;g3f9dd92df4a_1_65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8" name="Google Shape;1968;g3f9dd92df4a_1_65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3" name="Shape 2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4" name="Google Shape;2004;g3f9dd92df4a_1_68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5" name="Google Shape;2005;g3f9dd92df4a_1_68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4" name="Shape 2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5" name="Google Shape;2045;g3fa0e025164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6" name="Google Shape;2046;g3fa0e025164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0" name="Shape 2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Google Shape;2051;g3fa0e025164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2" name="Google Shape;2052;g3fa0e025164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8" name="Shape 2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9" name="Google Shape;2059;g3fa0e025164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0" name="Google Shape;2060;g3fa0e025164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8" name="Shape 2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Google Shape;2069;g3fa0e025164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0" name="Google Shape;2070;g3fa0e025164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2" name="Shape 2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3" name="Google Shape;2083;g3fa0e025164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4" name="Google Shape;2084;g3fa0e025164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9" name="Shape 2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0" name="Google Shape;2100;g3f8c0d1f94f_23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1" name="Google Shape;2101;g3f8c0d1f94f_23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8" name="Shape 2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" name="Google Shape;2119;g3fa0e025164_0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0" name="Google Shape;2120;g3fa0e025164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0" name="Shape 2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1" name="Google Shape;2131;g3fa0e025164_0_3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2" name="Google Shape;2132;g3fa0e025164_0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2" name="Shape 2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3" name="Google Shape;2143;g3f8d765f27b_2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4" name="Google Shape;2144;g3f8d765f27b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6" name="Shape 2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7" name="Google Shape;2157;g3fa0e025164_0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8" name="Google Shape;2158;g3fa0e025164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2" name="Shape 2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3" name="Google Shape;2173;g3f8d765f27b_2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4" name="Google Shape;2174;g3f8d765f27b_2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0" name="Shape 2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" name="Google Shape;2191;g3f8d765f27b_2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2" name="Google Shape;2192;g3f8d765f27b_2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8" name="Shape 2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9" name="Google Shape;2209;g3f8d765f27b_2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0" name="Google Shape;2210;g3f8d765f27b_2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6" name="Shape 2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7" name="Google Shape;2227;g3fa0e025164_0_4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8" name="Google Shape;2228;g3fa0e025164_0_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8" name="Shape 2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9" name="Google Shape;2249;g3f8c0d1f94f_23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0" name="Google Shape;2250;g3f8c0d1f94f_23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2" name="Shape 2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" name="Google Shape;2273;g3f8d72970b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4" name="Google Shape;2274;g3f8d72970b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9" name="Shape 2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0" name="Google Shape;2280;g3f8e04522e9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1" name="Google Shape;2281;g3f8e04522e9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7" name="Shape 2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8" name="Google Shape;2288;g3fa0e025164_0_5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9" name="Google Shape;2289;g3fa0e025164_0_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1" name="Shape 2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2" name="Google Shape;2302;g3f99a8f877c_2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3" name="Google Shape;2303;g3f99a8f877c_2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7" name="Shape 2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8" name="Google Shape;2308;g3f99a8f877c_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9" name="Google Shape;2309;g3f99a8f877c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3" name="Shape 2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" name="Google Shape;2314;g3fa7dcf9a70_0_67:notes"/>
          <p:cNvSpPr/>
          <p:nvPr>
            <p:ph idx="2" type="sldImg"/>
          </p:nvPr>
        </p:nvSpPr>
        <p:spPr>
          <a:xfrm>
            <a:off x="343070" y="428572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5" name="Google Shape;2315;g3fa7dcf9a70_0_67:notes"/>
          <p:cNvSpPr txBox="1"/>
          <p:nvPr>
            <p:ph idx="1" type="body"/>
          </p:nvPr>
        </p:nvSpPr>
        <p:spPr>
          <a:xfrm>
            <a:off x="342900" y="1650002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6" name="Google Shape;2316;g3fa7dcf9a70_0_67:notes"/>
          <p:cNvSpPr txBox="1"/>
          <p:nvPr>
            <p:ph idx="12" type="sldNum"/>
          </p:nvPr>
        </p:nvSpPr>
        <p:spPr>
          <a:xfrm>
            <a:off x="1942306" y="325655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7" name="Shape 2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8" name="Google Shape;2338;g3fa7dcf9a70_0_91:notes"/>
          <p:cNvSpPr/>
          <p:nvPr>
            <p:ph idx="2" type="sldImg"/>
          </p:nvPr>
        </p:nvSpPr>
        <p:spPr>
          <a:xfrm>
            <a:off x="343070" y="428572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9" name="Google Shape;2339;g3fa7dcf9a70_0_91:notes"/>
          <p:cNvSpPr txBox="1"/>
          <p:nvPr>
            <p:ph idx="1" type="body"/>
          </p:nvPr>
        </p:nvSpPr>
        <p:spPr>
          <a:xfrm>
            <a:off x="342900" y="1650002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0" name="Google Shape;2340;g3fa7dcf9a70_0_91:notes"/>
          <p:cNvSpPr txBox="1"/>
          <p:nvPr>
            <p:ph idx="12" type="sldNum"/>
          </p:nvPr>
        </p:nvSpPr>
        <p:spPr>
          <a:xfrm>
            <a:off x="1942306" y="325655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1" name="Shape 2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2" name="Google Shape;2362;g3f9dd92df4a_1_63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3" name="Google Shape;2363;g3f9dd92df4a_1_6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1" name="Shape 2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2" name="Google Shape;2372;g3f8c0d1f94f_23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3" name="Google Shape;2373;g3f8c0d1f94f_23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4" name="Shape 2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" name="Google Shape;2385;g3f8c0d1f94f_23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6" name="Google Shape;2386;g3f8c0d1f94f_23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0" name="Shape 2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1" name="Google Shape;2401;g3f8c0d1f94f_23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2" name="Google Shape;2402;g3f8c0d1f94f_23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9" name="Shape 2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0" name="Google Shape;2420;g3f8c0d1f94f_23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1" name="Google Shape;2421;g3f8c0d1f94f_23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1" name="Shape 2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2" name="Google Shape;2442;g3f8c0d1f94f_23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3" name="Google Shape;2443;g3f8c0d1f94f_23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7" name="Shape 2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8" name="Google Shape;2468;g3f9dd92df4a_1_64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9" name="Google Shape;2469;g3f9dd92df4a_1_6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6" name="Shape 2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7" name="Google Shape;2477;g3fa7dcf9a70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8" name="Google Shape;2478;g3fa7dcf9a7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5" name="Shape 2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6" name="Google Shape;2486;g3f998e6abb8_0_14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7" name="Google Shape;2487;g3f998e6abb8_0_1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4" name="Shape 2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5" name="Google Shape;2495;g3f8d765f27b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6" name="Google Shape;2496;g3f8d765f27b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openxmlformats.org/officeDocument/2006/relationships/image" Target="../media/image28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7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27.png"/><Relationship Id="rId4" Type="http://schemas.openxmlformats.org/officeDocument/2006/relationships/image" Target="../media/image24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27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24.png"/><Relationship Id="rId4" Type="http://schemas.openxmlformats.org/officeDocument/2006/relationships/image" Target="../media/image27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34.png"/><Relationship Id="rId4" Type="http://schemas.openxmlformats.org/officeDocument/2006/relationships/image" Target="../media/image24.png"/><Relationship Id="rId5" Type="http://schemas.openxmlformats.org/officeDocument/2006/relationships/image" Target="../media/image27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24.png"/><Relationship Id="rId4" Type="http://schemas.openxmlformats.org/officeDocument/2006/relationships/image" Target="../media/image27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27.png"/><Relationship Id="rId4" Type="http://schemas.openxmlformats.org/officeDocument/2006/relationships/image" Target="../media/image24.png"/><Relationship Id="rId5" Type="http://schemas.openxmlformats.org/officeDocument/2006/relationships/image" Target="../media/image37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27.png"/><Relationship Id="rId4" Type="http://schemas.openxmlformats.org/officeDocument/2006/relationships/image" Target="../media/image24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27.png"/><Relationship Id="rId4" Type="http://schemas.openxmlformats.org/officeDocument/2006/relationships/image" Target="../media/image24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27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Relationship Id="rId3" Type="http://schemas.openxmlformats.org/officeDocument/2006/relationships/image" Target="../media/image27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6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27.png"/><Relationship Id="rId4" Type="http://schemas.openxmlformats.org/officeDocument/2006/relationships/image" Target="../media/image24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24.png"/><Relationship Id="rId4" Type="http://schemas.openxmlformats.org/officeDocument/2006/relationships/image" Target="../media/image27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Relationship Id="rId3" Type="http://schemas.openxmlformats.org/officeDocument/2006/relationships/image" Target="../media/image27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27.png"/><Relationship Id="rId4" Type="http://schemas.openxmlformats.org/officeDocument/2006/relationships/image" Target="../media/image24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27.png"/><Relationship Id="rId4" Type="http://schemas.openxmlformats.org/officeDocument/2006/relationships/image" Target="../media/image24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27.png"/><Relationship Id="rId4" Type="http://schemas.openxmlformats.org/officeDocument/2006/relationships/image" Target="../media/image24.png"/><Relationship Id="rId5" Type="http://schemas.openxmlformats.org/officeDocument/2006/relationships/image" Target="../media/image37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27.png"/><Relationship Id="rId4" Type="http://schemas.openxmlformats.org/officeDocument/2006/relationships/image" Target="../media/image24.png"/><Relationship Id="rId5" Type="http://schemas.openxmlformats.org/officeDocument/2006/relationships/image" Target="../media/image37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2.png"/><Relationship Id="rId3" Type="http://schemas.openxmlformats.org/officeDocument/2006/relationships/image" Target="../media/image34.png"/><Relationship Id="rId4" Type="http://schemas.openxmlformats.org/officeDocument/2006/relationships/image" Target="../media/image24.png"/><Relationship Id="rId5" Type="http://schemas.openxmlformats.org/officeDocument/2006/relationships/image" Target="../media/image27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34.png"/><Relationship Id="rId4" Type="http://schemas.openxmlformats.org/officeDocument/2006/relationships/image" Target="../media/image24.png"/><Relationship Id="rId5" Type="http://schemas.openxmlformats.org/officeDocument/2006/relationships/image" Target="../media/image27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34.png"/><Relationship Id="rId4" Type="http://schemas.openxmlformats.org/officeDocument/2006/relationships/image" Target="../media/image24.png"/><Relationship Id="rId5" Type="http://schemas.openxmlformats.org/officeDocument/2006/relationships/image" Target="../media/image27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27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27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27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Relationship Id="rId3" Type="http://schemas.openxmlformats.org/officeDocument/2006/relationships/image" Target="../media/image46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Relationship Id="rId3" Type="http://schemas.openxmlformats.org/officeDocument/2006/relationships/image" Target="../media/image46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Relationship Id="rId3" Type="http://schemas.openxmlformats.org/officeDocument/2006/relationships/image" Target="../media/image46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2.png"/><Relationship Id="rId3" Type="http://schemas.openxmlformats.org/officeDocument/2006/relationships/image" Target="../media/image24.png"/><Relationship Id="rId4" Type="http://schemas.openxmlformats.org/officeDocument/2006/relationships/image" Target="../media/image27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2.png"/><Relationship Id="rId3" Type="http://schemas.openxmlformats.org/officeDocument/2006/relationships/image" Target="../media/image24.png"/><Relationship Id="rId4" Type="http://schemas.openxmlformats.org/officeDocument/2006/relationships/image" Target="../media/image27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2.png"/><Relationship Id="rId3" Type="http://schemas.openxmlformats.org/officeDocument/2006/relationships/image" Target="../media/image24.png"/><Relationship Id="rId4" Type="http://schemas.openxmlformats.org/officeDocument/2006/relationships/image" Target="../media/image27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24.png"/><Relationship Id="rId4" Type="http://schemas.openxmlformats.org/officeDocument/2006/relationships/image" Target="../media/image27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24.png"/><Relationship Id="rId4" Type="http://schemas.openxmlformats.org/officeDocument/2006/relationships/image" Target="../media/image27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24.png"/><Relationship Id="rId4" Type="http://schemas.openxmlformats.org/officeDocument/2006/relationships/image" Target="../media/image27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24.png"/><Relationship Id="rId4" Type="http://schemas.openxmlformats.org/officeDocument/2006/relationships/image" Target="../media/image27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24.png"/><Relationship Id="rId4" Type="http://schemas.openxmlformats.org/officeDocument/2006/relationships/image" Target="../media/image27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24.png"/><Relationship Id="rId4" Type="http://schemas.openxmlformats.org/officeDocument/2006/relationships/image" Target="../media/image27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27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27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Relationship Id="rId3" Type="http://schemas.openxmlformats.org/officeDocument/2006/relationships/image" Target="../media/image27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27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5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9.png"/><Relationship Id="rId3" Type="http://schemas.openxmlformats.org/officeDocument/2006/relationships/image" Target="../media/image27.png"/><Relationship Id="rId4" Type="http://schemas.openxmlformats.org/officeDocument/2006/relationships/image" Target="../media/image24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6.png"/><Relationship Id="rId3" Type="http://schemas.openxmlformats.org/officeDocument/2006/relationships/image" Target="../media/image24.png"/><Relationship Id="rId4" Type="http://schemas.openxmlformats.org/officeDocument/2006/relationships/image" Target="../media/image27.pn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9.png"/><Relationship Id="rId3" Type="http://schemas.openxmlformats.org/officeDocument/2006/relationships/image" Target="../media/image27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4.png"/><Relationship Id="rId3" Type="http://schemas.openxmlformats.org/officeDocument/2006/relationships/image" Target="../media/image27.pn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4.png"/><Relationship Id="rId3" Type="http://schemas.openxmlformats.org/officeDocument/2006/relationships/image" Target="../media/image27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6.png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6.png"/><Relationship Id="rId3" Type="http://schemas.openxmlformats.org/officeDocument/2006/relationships/image" Target="../media/image27.png"/><Relationship Id="rId4" Type="http://schemas.openxmlformats.org/officeDocument/2006/relationships/image" Target="../media/image24.png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9.png"/><Relationship Id="rId3" Type="http://schemas.openxmlformats.org/officeDocument/2006/relationships/image" Target="../media/image24.png"/><Relationship Id="rId4" Type="http://schemas.openxmlformats.org/officeDocument/2006/relationships/image" Target="../media/image27.png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4.png"/><Relationship Id="rId3" Type="http://schemas.openxmlformats.org/officeDocument/2006/relationships/image" Target="../media/image27.png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9.png"/><Relationship Id="rId3" Type="http://schemas.openxmlformats.org/officeDocument/2006/relationships/image" Target="../media/image27.png"/><Relationship Id="rId4" Type="http://schemas.openxmlformats.org/officeDocument/2006/relationships/image" Target="../media/image24.png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3.png"/><Relationship Id="rId3" Type="http://schemas.openxmlformats.org/officeDocument/2006/relationships/image" Target="../media/image27.png"/><Relationship Id="rId4" Type="http://schemas.openxmlformats.org/officeDocument/2006/relationships/image" Target="../media/image24.png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9.png"/><Relationship Id="rId3" Type="http://schemas.openxmlformats.org/officeDocument/2006/relationships/image" Target="../media/image27.png"/><Relationship Id="rId4" Type="http://schemas.openxmlformats.org/officeDocument/2006/relationships/image" Target="../media/image24.png"/><Relationship Id="rId5" Type="http://schemas.openxmlformats.org/officeDocument/2006/relationships/image" Target="../media/image37.png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3.png"/><Relationship Id="rId3" Type="http://schemas.openxmlformats.org/officeDocument/2006/relationships/image" Target="../media/image27.png"/><Relationship Id="rId4" Type="http://schemas.openxmlformats.org/officeDocument/2006/relationships/image" Target="../media/image24.png"/><Relationship Id="rId5" Type="http://schemas.openxmlformats.org/officeDocument/2006/relationships/image" Target="../media/image37.png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2.png"/><Relationship Id="rId3" Type="http://schemas.openxmlformats.org/officeDocument/2006/relationships/image" Target="../media/image34.png"/><Relationship Id="rId4" Type="http://schemas.openxmlformats.org/officeDocument/2006/relationships/image" Target="../media/image24.png"/><Relationship Id="rId5" Type="http://schemas.openxmlformats.org/officeDocument/2006/relationships/image" Target="../media/image27.png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6.png"/><Relationship Id="rId3" Type="http://schemas.openxmlformats.org/officeDocument/2006/relationships/image" Target="../media/image34.png"/><Relationship Id="rId4" Type="http://schemas.openxmlformats.org/officeDocument/2006/relationships/image" Target="../media/image24.png"/><Relationship Id="rId5" Type="http://schemas.openxmlformats.org/officeDocument/2006/relationships/image" Target="../media/image27.png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3.png"/><Relationship Id="rId3" Type="http://schemas.openxmlformats.org/officeDocument/2006/relationships/image" Target="../media/image34.png"/><Relationship Id="rId4" Type="http://schemas.openxmlformats.org/officeDocument/2006/relationships/image" Target="../media/image24.png"/><Relationship Id="rId5" Type="http://schemas.openxmlformats.org/officeDocument/2006/relationships/image" Target="../media/image27.png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9.png"/><Relationship Id="rId3" Type="http://schemas.openxmlformats.org/officeDocument/2006/relationships/image" Target="../media/image27.png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6.png"/><Relationship Id="rId3" Type="http://schemas.openxmlformats.org/officeDocument/2006/relationships/image" Target="../media/image27.png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3.png"/><Relationship Id="rId3" Type="http://schemas.openxmlformats.org/officeDocument/2006/relationships/image" Target="../media/image27.png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4.png"/><Relationship Id="rId3" Type="http://schemas.openxmlformats.org/officeDocument/2006/relationships/image" Target="../media/image46.png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4.png"/><Relationship Id="rId3" Type="http://schemas.openxmlformats.org/officeDocument/2006/relationships/image" Target="../media/image46.png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4.png"/><Relationship Id="rId3" Type="http://schemas.openxmlformats.org/officeDocument/2006/relationships/image" Target="../media/image46.png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2.png"/><Relationship Id="rId3" Type="http://schemas.openxmlformats.org/officeDocument/2006/relationships/image" Target="../media/image24.png"/><Relationship Id="rId4" Type="http://schemas.openxmlformats.org/officeDocument/2006/relationships/image" Target="../media/image27.png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2.png"/><Relationship Id="rId3" Type="http://schemas.openxmlformats.org/officeDocument/2006/relationships/image" Target="../media/image24.png"/><Relationship Id="rId4" Type="http://schemas.openxmlformats.org/officeDocument/2006/relationships/image" Target="../media/image27.png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2.png"/><Relationship Id="rId3" Type="http://schemas.openxmlformats.org/officeDocument/2006/relationships/image" Target="../media/image24.png"/><Relationship Id="rId4" Type="http://schemas.openxmlformats.org/officeDocument/2006/relationships/image" Target="../media/image27.png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6.png"/><Relationship Id="rId3" Type="http://schemas.openxmlformats.org/officeDocument/2006/relationships/image" Target="../media/image24.png"/><Relationship Id="rId4" Type="http://schemas.openxmlformats.org/officeDocument/2006/relationships/image" Target="../media/image27.png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6.png"/><Relationship Id="rId3" Type="http://schemas.openxmlformats.org/officeDocument/2006/relationships/image" Target="../media/image24.png"/><Relationship Id="rId4" Type="http://schemas.openxmlformats.org/officeDocument/2006/relationships/image" Target="../media/image27.png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3.png"/><Relationship Id="rId3" Type="http://schemas.openxmlformats.org/officeDocument/2006/relationships/image" Target="../media/image24.png"/><Relationship Id="rId4" Type="http://schemas.openxmlformats.org/officeDocument/2006/relationships/image" Target="../media/image27.png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3.png"/><Relationship Id="rId3" Type="http://schemas.openxmlformats.org/officeDocument/2006/relationships/image" Target="../media/image24.png"/><Relationship Id="rId4" Type="http://schemas.openxmlformats.org/officeDocument/2006/relationships/image" Target="../media/image27.png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3.png"/><Relationship Id="rId3" Type="http://schemas.openxmlformats.org/officeDocument/2006/relationships/image" Target="../media/image24.png"/><Relationship Id="rId4" Type="http://schemas.openxmlformats.org/officeDocument/2006/relationships/image" Target="../media/image27.png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9.png"/><Relationship Id="rId3" Type="http://schemas.openxmlformats.org/officeDocument/2006/relationships/image" Target="../media/image27.png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9.png"/><Relationship Id="rId3" Type="http://schemas.openxmlformats.org/officeDocument/2006/relationships/image" Target="../media/image27.png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9.png"/><Relationship Id="rId3" Type="http://schemas.openxmlformats.org/officeDocument/2006/relationships/image" Target="../media/image27.png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png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ard - Dark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 title="bg 3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2"/>
            <a:ext cx="9144000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type="ctrTitle"/>
          </p:nvPr>
        </p:nvSpPr>
        <p:spPr>
          <a:xfrm>
            <a:off x="3647803" y="2173300"/>
            <a:ext cx="5102700" cy="20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FAFF"/>
              </a:buClr>
              <a:buSzPts val="3600"/>
              <a:buFont typeface="Inter Tight"/>
              <a:buNone/>
              <a:defRPr sz="3600">
                <a:solidFill>
                  <a:srgbClr val="F2FAFF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pic>
        <p:nvPicPr>
          <p:cNvPr id="11" name="Google Shape;11;p2" title="LangChain_Lockup_LightBlu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0079" y="1831502"/>
            <a:ext cx="1455027" cy="26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 light" type="secHead">
  <p:cSld name="SECTION_HEADER">
    <p:bg>
      <p:bgPr>
        <a:solidFill>
          <a:srgbClr val="F2FAFF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 title="bg 6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180630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6DDD"/>
              </a:buClr>
              <a:buSzPts val="3600"/>
              <a:buNone/>
              <a:defRPr sz="3600">
                <a:solidFill>
                  <a:srgbClr val="006DDD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1592850" y="2648100"/>
            <a:ext cx="5958300" cy="6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 dark">
  <p:cSld name="SECTION_HEADER_2">
    <p:bg>
      <p:bgPr>
        <a:solidFill>
          <a:srgbClr val="F2FAFF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4" title="bg 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180630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0C8FF"/>
              </a:buClr>
              <a:buSzPts val="3600"/>
              <a:buNone/>
              <a:defRPr sz="3600">
                <a:solidFill>
                  <a:srgbClr val="80C8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" type="subTitle"/>
          </p:nvPr>
        </p:nvSpPr>
        <p:spPr>
          <a:xfrm>
            <a:off x="1592850" y="2648100"/>
            <a:ext cx="5958300" cy="6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000"/>
              <a:buNone/>
              <a:defRPr sz="2000">
                <a:solidFill>
                  <a:srgbClr val="D9D9D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1">
    <p:bg>
      <p:bgPr>
        <a:solidFill>
          <a:srgbClr val="F2FAFF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5" title="bg 4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5"/>
          <p:cNvSpPr txBox="1"/>
          <p:nvPr>
            <p:ph type="title"/>
          </p:nvPr>
        </p:nvSpPr>
        <p:spPr>
          <a:xfrm>
            <a:off x="1375050" y="1928225"/>
            <a:ext cx="6393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30710"/>
              </a:buClr>
              <a:buSzPts val="3600"/>
              <a:buNone/>
              <a:defRPr sz="3600">
                <a:solidFill>
                  <a:srgbClr val="030710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SECTION_HEADER_1_1">
    <p:bg>
      <p:bgPr>
        <a:solidFill>
          <a:srgbClr val="F2FAFF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6" title="bg 5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7"/>
            <a:ext cx="9144000" cy="5143492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6"/>
          <p:cNvSpPr txBox="1"/>
          <p:nvPr>
            <p:ph type="title"/>
          </p:nvPr>
        </p:nvSpPr>
        <p:spPr>
          <a:xfrm>
            <a:off x="1375050" y="1928225"/>
            <a:ext cx="6393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0C8FF"/>
              </a:buClr>
              <a:buSzPts val="3600"/>
              <a:buNone/>
              <a:defRPr sz="3600">
                <a:solidFill>
                  <a:srgbClr val="80C8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light" type="tx">
  <p:cSld name="TITLE_AND_BOD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7" title="bg 6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7"/>
          <p:cNvSpPr txBox="1"/>
          <p:nvPr>
            <p:ph type="title"/>
          </p:nvPr>
        </p:nvSpPr>
        <p:spPr>
          <a:xfrm>
            <a:off x="311700" y="286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dark">
  <p:cSld name="TITLE_AND_BODY_1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8" title="bg 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8"/>
          <p:cNvSpPr txBox="1"/>
          <p:nvPr>
            <p:ph type="title"/>
          </p:nvPr>
        </p:nvSpPr>
        <p:spPr>
          <a:xfrm>
            <a:off x="311700" y="286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80C8FF"/>
              </a:buClr>
              <a:buSzPts val="3200"/>
              <a:buNone/>
              <a:defRPr>
                <a:solidFill>
                  <a:srgbClr val="80C8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F2FAFF"/>
              </a:buClr>
              <a:buSzPts val="1800"/>
              <a:buChar char="●"/>
              <a:defRPr>
                <a:solidFill>
                  <a:srgbClr val="F2FAFF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1400"/>
              <a:buChar char="○"/>
              <a:defRPr>
                <a:solidFill>
                  <a:srgbClr val="FBFBFB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1400"/>
              <a:buChar char="■"/>
              <a:defRPr>
                <a:solidFill>
                  <a:srgbClr val="FBFBFB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1400"/>
              <a:buChar char="●"/>
              <a:defRPr>
                <a:solidFill>
                  <a:srgbClr val="FBFBFB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1400"/>
              <a:buChar char="○"/>
              <a:defRPr>
                <a:solidFill>
                  <a:srgbClr val="FBFBFB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1400"/>
              <a:buChar char="■"/>
              <a:defRPr>
                <a:solidFill>
                  <a:srgbClr val="FBFBFB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1400"/>
              <a:buChar char="●"/>
              <a:defRPr>
                <a:solidFill>
                  <a:srgbClr val="FBFBFB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1400"/>
              <a:buChar char="○"/>
              <a:defRPr>
                <a:solidFill>
                  <a:srgbClr val="FBFBFB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1400"/>
              <a:buChar char="■"/>
              <a:defRPr>
                <a:solidFill>
                  <a:srgbClr val="FBFBFB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light">
  <p:cSld name="TITLE_AND_TWO_COLUMNS_1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9" title="bg 6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9"/>
          <p:cNvSpPr txBox="1"/>
          <p:nvPr>
            <p:ph type="title"/>
          </p:nvPr>
        </p:nvSpPr>
        <p:spPr>
          <a:xfrm>
            <a:off x="311700" y="28626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30710"/>
              </a:buClr>
              <a:buSzPts val="3200"/>
              <a:buNone/>
              <a:defRPr>
                <a:solidFill>
                  <a:srgbClr val="03071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dark">
  <p:cSld name="TITLE_AND_TWO_COLUMNS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10" title="bg 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10"/>
          <p:cNvSpPr txBox="1"/>
          <p:nvPr>
            <p:ph type="title"/>
          </p:nvPr>
        </p:nvSpPr>
        <p:spPr>
          <a:xfrm>
            <a:off x="311700" y="28626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80C8FF"/>
              </a:buClr>
              <a:buSzPts val="3200"/>
              <a:buNone/>
              <a:defRPr>
                <a:solidFill>
                  <a:srgbClr val="80C8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F2FAFF"/>
              </a:buClr>
              <a:buSzPts val="1400"/>
              <a:buChar char="●"/>
              <a:defRPr sz="1400">
                <a:solidFill>
                  <a:srgbClr val="F2FAFF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  <a:defRPr>
                <a:solidFill>
                  <a:srgbClr val="CCCCCC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■"/>
              <a:defRPr>
                <a:solidFill>
                  <a:srgbClr val="CCCCCC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●"/>
              <a:defRPr>
                <a:solidFill>
                  <a:srgbClr val="CCCCCC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  <a:defRPr>
                <a:solidFill>
                  <a:srgbClr val="CCCCCC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■"/>
              <a:defRPr>
                <a:solidFill>
                  <a:srgbClr val="CCCCCC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●"/>
              <a:defRPr>
                <a:solidFill>
                  <a:srgbClr val="CCCCCC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  <a:defRPr>
                <a:solidFill>
                  <a:srgbClr val="CCCCCC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■"/>
              <a:defRPr>
                <a:solidFill>
                  <a:srgbClr val="CCCCCC"/>
                </a:solidFill>
              </a:defRPr>
            </a:lvl9pPr>
          </a:lstStyle>
          <a:p/>
        </p:txBody>
      </p:sp>
      <p:sp>
        <p:nvSpPr>
          <p:cNvPr id="43" name="Google Shape;43;p1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F2FAFF"/>
              </a:buClr>
              <a:buSzPts val="1400"/>
              <a:buChar char="●"/>
              <a:defRPr sz="1400">
                <a:solidFill>
                  <a:srgbClr val="F2FAFF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  <a:defRPr>
                <a:solidFill>
                  <a:srgbClr val="CCCCCC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■"/>
              <a:defRPr>
                <a:solidFill>
                  <a:srgbClr val="CCCCCC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●"/>
              <a:defRPr>
                <a:solidFill>
                  <a:srgbClr val="CCCCCC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  <a:defRPr>
                <a:solidFill>
                  <a:srgbClr val="CCCCCC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■"/>
              <a:defRPr>
                <a:solidFill>
                  <a:srgbClr val="CCCCCC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●"/>
              <a:defRPr>
                <a:solidFill>
                  <a:srgbClr val="CCCCCC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  <a:defRPr>
                <a:solidFill>
                  <a:srgbClr val="CCCCCC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■"/>
              <a:defRPr>
                <a:solidFill>
                  <a:srgbClr val="CCCCCC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light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11" title="bg 6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4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1"/>
          <p:cNvSpPr txBox="1"/>
          <p:nvPr>
            <p:ph type="title"/>
          </p:nvPr>
        </p:nvSpPr>
        <p:spPr>
          <a:xfrm>
            <a:off x="311700" y="28626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dark">
  <p:cSld name="TITLE_ONLY_1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12" title="bg 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2"/>
          <p:cNvSpPr txBox="1"/>
          <p:nvPr>
            <p:ph type="title"/>
          </p:nvPr>
        </p:nvSpPr>
        <p:spPr>
          <a:xfrm>
            <a:off x="311700" y="28626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80C8FF"/>
              </a:buClr>
              <a:buSzPts val="3200"/>
              <a:buNone/>
              <a:defRPr>
                <a:solidFill>
                  <a:srgbClr val="80C8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light">
  <p:cSld name="MAIN_POIN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 title="bg 9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 txBox="1"/>
          <p:nvPr>
            <p:ph type="title"/>
          </p:nvPr>
        </p:nvSpPr>
        <p:spPr>
          <a:xfrm>
            <a:off x="1024075" y="1624500"/>
            <a:ext cx="6367800" cy="189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30710"/>
              </a:buClr>
              <a:buSzPts val="4200"/>
              <a:buFont typeface="IBM Plex Mono"/>
              <a:buNone/>
              <a:defRPr sz="4200">
                <a:solidFill>
                  <a:srgbClr val="03071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dark">
  <p:cSld name="MAIN_POINT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4" title="bg 8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4"/>
          <p:cNvSpPr txBox="1"/>
          <p:nvPr>
            <p:ph type="title"/>
          </p:nvPr>
        </p:nvSpPr>
        <p:spPr>
          <a:xfrm>
            <a:off x="1024075" y="1624500"/>
            <a:ext cx="6367800" cy="189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80C8FF"/>
              </a:buClr>
              <a:buSzPts val="4200"/>
              <a:buFont typeface="IBM Plex Mono"/>
              <a:buNone/>
              <a:defRPr sz="4200">
                <a:solidFill>
                  <a:srgbClr val="80C8FF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ashy header - light">
  <p:cSld name="MAIN_POINT_1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5" title="bg 10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5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5"/>
          <p:cNvSpPr txBox="1"/>
          <p:nvPr>
            <p:ph type="title"/>
          </p:nvPr>
        </p:nvSpPr>
        <p:spPr>
          <a:xfrm>
            <a:off x="311700" y="28626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" type="subTitle"/>
          </p:nvPr>
        </p:nvSpPr>
        <p:spPr>
          <a:xfrm>
            <a:off x="311700" y="998100"/>
            <a:ext cx="8520600" cy="10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 sz="1900">
                <a:solidFill>
                  <a:srgbClr val="43434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2" type="title"/>
          </p:nvPr>
        </p:nvSpPr>
        <p:spPr>
          <a:xfrm>
            <a:off x="1632450" y="2867825"/>
            <a:ext cx="58791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6DDD"/>
              </a:buClr>
              <a:buSzPts val="3600"/>
              <a:buNone/>
              <a:defRPr sz="3600">
                <a:solidFill>
                  <a:srgbClr val="006DD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ashy header - light 1">
  <p:cSld name="MAIN_POINT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6" title="bg 11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6"/>
          <p:cNvSpPr txBox="1"/>
          <p:nvPr>
            <p:ph type="title"/>
          </p:nvPr>
        </p:nvSpPr>
        <p:spPr>
          <a:xfrm>
            <a:off x="311700" y="28626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80C8FF"/>
              </a:buClr>
              <a:buSzPts val="3200"/>
              <a:buNone/>
              <a:defRPr>
                <a:solidFill>
                  <a:srgbClr val="80C8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subTitle"/>
          </p:nvPr>
        </p:nvSpPr>
        <p:spPr>
          <a:xfrm>
            <a:off x="311700" y="998100"/>
            <a:ext cx="8520600" cy="10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FAFF"/>
              </a:buClr>
              <a:buSzPts val="1900"/>
              <a:buNone/>
              <a:defRPr sz="1900">
                <a:solidFill>
                  <a:srgbClr val="F2FA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FAFF"/>
              </a:buClr>
              <a:buSzPts val="1400"/>
              <a:buNone/>
              <a:defRPr>
                <a:solidFill>
                  <a:srgbClr val="F2FA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FAFF"/>
              </a:buClr>
              <a:buSzPts val="1400"/>
              <a:buNone/>
              <a:defRPr>
                <a:solidFill>
                  <a:srgbClr val="F2FA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FAFF"/>
              </a:buClr>
              <a:buSzPts val="1400"/>
              <a:buNone/>
              <a:defRPr>
                <a:solidFill>
                  <a:srgbClr val="F2FA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FAFF"/>
              </a:buClr>
              <a:buSzPts val="1400"/>
              <a:buNone/>
              <a:defRPr>
                <a:solidFill>
                  <a:srgbClr val="F2FA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FAFF"/>
              </a:buClr>
              <a:buSzPts val="1400"/>
              <a:buNone/>
              <a:defRPr>
                <a:solidFill>
                  <a:srgbClr val="F2FA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FAFF"/>
              </a:buClr>
              <a:buSzPts val="1400"/>
              <a:buNone/>
              <a:defRPr>
                <a:solidFill>
                  <a:srgbClr val="F2FA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FAFF"/>
              </a:buClr>
              <a:buSzPts val="1400"/>
              <a:buNone/>
              <a:defRPr>
                <a:solidFill>
                  <a:srgbClr val="F2FA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FAFF"/>
              </a:buClr>
              <a:buSzPts val="1400"/>
              <a:buNone/>
              <a:defRPr>
                <a:solidFill>
                  <a:srgbClr val="F2FAFF"/>
                </a:solidFill>
              </a:defRPr>
            </a:lvl9pPr>
          </a:lstStyle>
          <a:p/>
        </p:txBody>
      </p:sp>
      <p:sp>
        <p:nvSpPr>
          <p:cNvPr id="65" name="Google Shape;65;p16"/>
          <p:cNvSpPr txBox="1"/>
          <p:nvPr>
            <p:ph idx="2" type="title"/>
          </p:nvPr>
        </p:nvSpPr>
        <p:spPr>
          <a:xfrm>
            <a:off x="1632450" y="2867825"/>
            <a:ext cx="58791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0C8FF"/>
              </a:buClr>
              <a:buSzPts val="3600"/>
              <a:buNone/>
              <a:defRPr sz="3600">
                <a:solidFill>
                  <a:srgbClr val="80C8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s Cards - light">
  <p:cSld name="CUSTOM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7" title="bg 6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25"/>
            <a:ext cx="9144000" cy="5143476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7"/>
          <p:cNvSpPr txBox="1"/>
          <p:nvPr>
            <p:ph type="title"/>
          </p:nvPr>
        </p:nvSpPr>
        <p:spPr>
          <a:xfrm>
            <a:off x="311700" y="28626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1" type="body"/>
          </p:nvPr>
        </p:nvSpPr>
        <p:spPr>
          <a:xfrm>
            <a:off x="464075" y="3081275"/>
            <a:ext cx="8368200" cy="17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0" name="Google Shape;70;p17"/>
          <p:cNvSpPr/>
          <p:nvPr/>
        </p:nvSpPr>
        <p:spPr>
          <a:xfrm>
            <a:off x="439375" y="1110325"/>
            <a:ext cx="2637000" cy="1818300"/>
          </a:xfrm>
          <a:prstGeom prst="roundRect">
            <a:avLst>
              <a:gd fmla="val 6223" name="adj"/>
            </a:avLst>
          </a:prstGeom>
          <a:solidFill>
            <a:srgbClr val="B2D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71" name="Google Shape;71;p17"/>
          <p:cNvSpPr txBox="1"/>
          <p:nvPr>
            <p:ph idx="2" type="title"/>
          </p:nvPr>
        </p:nvSpPr>
        <p:spPr>
          <a:xfrm>
            <a:off x="568449" y="1200639"/>
            <a:ext cx="23304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30710"/>
              </a:buClr>
              <a:buSzPts val="1800"/>
              <a:buNone/>
              <a:defRPr sz="1800">
                <a:solidFill>
                  <a:srgbClr val="03071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3" type="body"/>
          </p:nvPr>
        </p:nvSpPr>
        <p:spPr>
          <a:xfrm>
            <a:off x="660539" y="1897600"/>
            <a:ext cx="25392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7"/>
          <p:cNvSpPr/>
          <p:nvPr/>
        </p:nvSpPr>
        <p:spPr>
          <a:xfrm>
            <a:off x="3317331" y="1110325"/>
            <a:ext cx="2637000" cy="1818300"/>
          </a:xfrm>
          <a:prstGeom prst="roundRect">
            <a:avLst>
              <a:gd fmla="val 6223" name="adj"/>
            </a:avLst>
          </a:prstGeom>
          <a:solidFill>
            <a:srgbClr val="B2D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74" name="Google Shape;74;p17"/>
          <p:cNvSpPr txBox="1"/>
          <p:nvPr>
            <p:ph idx="4" type="title"/>
          </p:nvPr>
        </p:nvSpPr>
        <p:spPr>
          <a:xfrm>
            <a:off x="3446399" y="1200639"/>
            <a:ext cx="23304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30710"/>
              </a:buClr>
              <a:buSzPts val="1800"/>
              <a:buNone/>
              <a:defRPr sz="1800">
                <a:solidFill>
                  <a:srgbClr val="03071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5" type="body"/>
          </p:nvPr>
        </p:nvSpPr>
        <p:spPr>
          <a:xfrm>
            <a:off x="3538488" y="1897600"/>
            <a:ext cx="22875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6" name="Google Shape;76;p17"/>
          <p:cNvSpPr/>
          <p:nvPr/>
        </p:nvSpPr>
        <p:spPr>
          <a:xfrm>
            <a:off x="6195299" y="1110325"/>
            <a:ext cx="2637000" cy="1818300"/>
          </a:xfrm>
          <a:prstGeom prst="roundRect">
            <a:avLst>
              <a:gd fmla="val 6223" name="adj"/>
            </a:avLst>
          </a:prstGeom>
          <a:solidFill>
            <a:srgbClr val="B2D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77" name="Google Shape;77;p17"/>
          <p:cNvSpPr txBox="1"/>
          <p:nvPr>
            <p:ph idx="6" type="title"/>
          </p:nvPr>
        </p:nvSpPr>
        <p:spPr>
          <a:xfrm>
            <a:off x="6324362" y="1200639"/>
            <a:ext cx="23304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30710"/>
              </a:buClr>
              <a:buSzPts val="1800"/>
              <a:buNone/>
              <a:defRPr sz="1800">
                <a:solidFill>
                  <a:srgbClr val="03071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7" type="body"/>
          </p:nvPr>
        </p:nvSpPr>
        <p:spPr>
          <a:xfrm>
            <a:off x="6416450" y="1897600"/>
            <a:ext cx="23304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s Cards - dark">
  <p:cSld name="CUSTOM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8" title="bg 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5332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8"/>
          <p:cNvSpPr txBox="1"/>
          <p:nvPr>
            <p:ph type="title"/>
          </p:nvPr>
        </p:nvSpPr>
        <p:spPr>
          <a:xfrm>
            <a:off x="311700" y="28626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80C8FF"/>
              </a:buClr>
              <a:buSzPts val="3200"/>
              <a:buNone/>
              <a:defRPr>
                <a:solidFill>
                  <a:srgbClr val="80C8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" type="body"/>
          </p:nvPr>
        </p:nvSpPr>
        <p:spPr>
          <a:xfrm>
            <a:off x="464075" y="3081275"/>
            <a:ext cx="8368200" cy="17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F2FAFF"/>
              </a:buClr>
              <a:buSzPts val="1400"/>
              <a:buChar char="●"/>
              <a:defRPr sz="1400">
                <a:solidFill>
                  <a:srgbClr val="F2FAFF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3" name="Google Shape;83;p18"/>
          <p:cNvSpPr/>
          <p:nvPr/>
        </p:nvSpPr>
        <p:spPr>
          <a:xfrm>
            <a:off x="439375" y="1110325"/>
            <a:ext cx="2637000" cy="1818300"/>
          </a:xfrm>
          <a:prstGeom prst="roundRect">
            <a:avLst>
              <a:gd fmla="val 6223" name="adj"/>
            </a:avLst>
          </a:prstGeom>
          <a:solidFill>
            <a:srgbClr val="B2D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84" name="Google Shape;84;p18"/>
          <p:cNvSpPr txBox="1"/>
          <p:nvPr>
            <p:ph idx="2" type="title"/>
          </p:nvPr>
        </p:nvSpPr>
        <p:spPr>
          <a:xfrm>
            <a:off x="568449" y="1200639"/>
            <a:ext cx="23304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30710"/>
              </a:buClr>
              <a:buSzPts val="1800"/>
              <a:buNone/>
              <a:defRPr sz="1800">
                <a:solidFill>
                  <a:srgbClr val="03071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660539" y="1897600"/>
            <a:ext cx="25392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6" name="Google Shape;86;p18"/>
          <p:cNvSpPr/>
          <p:nvPr/>
        </p:nvSpPr>
        <p:spPr>
          <a:xfrm>
            <a:off x="3317331" y="1110325"/>
            <a:ext cx="2637000" cy="1818300"/>
          </a:xfrm>
          <a:prstGeom prst="roundRect">
            <a:avLst>
              <a:gd fmla="val 6223" name="adj"/>
            </a:avLst>
          </a:prstGeom>
          <a:solidFill>
            <a:srgbClr val="B2D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87" name="Google Shape;87;p18"/>
          <p:cNvSpPr txBox="1"/>
          <p:nvPr>
            <p:ph idx="4" type="title"/>
          </p:nvPr>
        </p:nvSpPr>
        <p:spPr>
          <a:xfrm>
            <a:off x="3446399" y="1200639"/>
            <a:ext cx="23304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30710"/>
              </a:buClr>
              <a:buSzPts val="1800"/>
              <a:buNone/>
              <a:defRPr sz="1800">
                <a:solidFill>
                  <a:srgbClr val="03071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5" type="body"/>
          </p:nvPr>
        </p:nvSpPr>
        <p:spPr>
          <a:xfrm>
            <a:off x="3538488" y="1897600"/>
            <a:ext cx="22875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9" name="Google Shape;89;p18"/>
          <p:cNvSpPr/>
          <p:nvPr/>
        </p:nvSpPr>
        <p:spPr>
          <a:xfrm>
            <a:off x="6195299" y="1110325"/>
            <a:ext cx="2637000" cy="1818300"/>
          </a:xfrm>
          <a:prstGeom prst="roundRect">
            <a:avLst>
              <a:gd fmla="val 6223" name="adj"/>
            </a:avLst>
          </a:prstGeom>
          <a:solidFill>
            <a:srgbClr val="B2D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90" name="Google Shape;90;p18"/>
          <p:cNvSpPr txBox="1"/>
          <p:nvPr>
            <p:ph idx="6" type="title"/>
          </p:nvPr>
        </p:nvSpPr>
        <p:spPr>
          <a:xfrm>
            <a:off x="6324362" y="1200639"/>
            <a:ext cx="23304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30710"/>
              </a:buClr>
              <a:buSzPts val="1800"/>
              <a:buNone/>
              <a:defRPr sz="1800">
                <a:solidFill>
                  <a:srgbClr val="03071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8"/>
          <p:cNvSpPr txBox="1"/>
          <p:nvPr>
            <p:ph idx="7" type="body"/>
          </p:nvPr>
        </p:nvSpPr>
        <p:spPr>
          <a:xfrm>
            <a:off x="6416450" y="1897600"/>
            <a:ext cx="23304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s - light">
  <p:cSld name="CUSTOM_2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9" title="bg 6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25"/>
            <a:ext cx="9144000" cy="5143476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28626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30710"/>
              </a:buClr>
              <a:buSzPts val="3200"/>
              <a:buNone/>
              <a:defRPr>
                <a:solidFill>
                  <a:srgbClr val="03071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5" name="Google Shape;95;p19"/>
          <p:cNvSpPr/>
          <p:nvPr/>
        </p:nvSpPr>
        <p:spPr>
          <a:xfrm>
            <a:off x="439375" y="1739125"/>
            <a:ext cx="2637000" cy="3102600"/>
          </a:xfrm>
          <a:prstGeom prst="roundRect">
            <a:avLst>
              <a:gd fmla="val 6223" name="adj"/>
            </a:avLst>
          </a:prstGeom>
          <a:solidFill>
            <a:srgbClr val="B2D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96" name="Google Shape;96;p19"/>
          <p:cNvSpPr txBox="1"/>
          <p:nvPr>
            <p:ph idx="2" type="title"/>
          </p:nvPr>
        </p:nvSpPr>
        <p:spPr>
          <a:xfrm>
            <a:off x="568449" y="1960489"/>
            <a:ext cx="23304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30710"/>
              </a:buClr>
              <a:buSzPts val="1800"/>
              <a:buNone/>
              <a:defRPr sz="1800">
                <a:solidFill>
                  <a:srgbClr val="03071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660539" y="2657450"/>
            <a:ext cx="25392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19"/>
          <p:cNvSpPr/>
          <p:nvPr/>
        </p:nvSpPr>
        <p:spPr>
          <a:xfrm>
            <a:off x="3317329" y="1739125"/>
            <a:ext cx="2637000" cy="3102600"/>
          </a:xfrm>
          <a:prstGeom prst="roundRect">
            <a:avLst>
              <a:gd fmla="val 6223" name="adj"/>
            </a:avLst>
          </a:prstGeom>
          <a:solidFill>
            <a:srgbClr val="B2D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99" name="Google Shape;99;p19"/>
          <p:cNvSpPr txBox="1"/>
          <p:nvPr>
            <p:ph idx="3" type="title"/>
          </p:nvPr>
        </p:nvSpPr>
        <p:spPr>
          <a:xfrm>
            <a:off x="3446399" y="1960489"/>
            <a:ext cx="23304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30710"/>
              </a:buClr>
              <a:buSzPts val="1800"/>
              <a:buNone/>
              <a:defRPr sz="1800">
                <a:solidFill>
                  <a:srgbClr val="03071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0" name="Google Shape;100;p19"/>
          <p:cNvSpPr txBox="1"/>
          <p:nvPr>
            <p:ph idx="4" type="body"/>
          </p:nvPr>
        </p:nvSpPr>
        <p:spPr>
          <a:xfrm>
            <a:off x="3538488" y="2657450"/>
            <a:ext cx="22875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1" name="Google Shape;101;p19"/>
          <p:cNvSpPr/>
          <p:nvPr/>
        </p:nvSpPr>
        <p:spPr>
          <a:xfrm>
            <a:off x="6195296" y="1739125"/>
            <a:ext cx="2637000" cy="3102600"/>
          </a:xfrm>
          <a:prstGeom prst="roundRect">
            <a:avLst>
              <a:gd fmla="val 6223" name="adj"/>
            </a:avLst>
          </a:prstGeom>
          <a:solidFill>
            <a:srgbClr val="B2D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02" name="Google Shape;102;p19"/>
          <p:cNvSpPr txBox="1"/>
          <p:nvPr>
            <p:ph idx="5" type="title"/>
          </p:nvPr>
        </p:nvSpPr>
        <p:spPr>
          <a:xfrm>
            <a:off x="6324362" y="1960489"/>
            <a:ext cx="23304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30710"/>
              </a:buClr>
              <a:buSzPts val="1800"/>
              <a:buNone/>
              <a:defRPr sz="1800">
                <a:solidFill>
                  <a:srgbClr val="03071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3" name="Google Shape;103;p19"/>
          <p:cNvSpPr txBox="1"/>
          <p:nvPr>
            <p:ph idx="6" type="body"/>
          </p:nvPr>
        </p:nvSpPr>
        <p:spPr>
          <a:xfrm>
            <a:off x="6416450" y="2657450"/>
            <a:ext cx="23304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s - dark">
  <p:cSld name="CUSTOM_2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0" title="bg 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28626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80C8FF"/>
              </a:buClr>
              <a:buSzPts val="3200"/>
              <a:buNone/>
              <a:defRPr>
                <a:solidFill>
                  <a:srgbClr val="80C8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7" name="Google Shape;107;p20"/>
          <p:cNvSpPr/>
          <p:nvPr/>
        </p:nvSpPr>
        <p:spPr>
          <a:xfrm>
            <a:off x="439375" y="1739125"/>
            <a:ext cx="2637000" cy="3102600"/>
          </a:xfrm>
          <a:prstGeom prst="roundRect">
            <a:avLst>
              <a:gd fmla="val 6223" name="adj"/>
            </a:avLst>
          </a:prstGeom>
          <a:solidFill>
            <a:srgbClr val="B2D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08" name="Google Shape;108;p20"/>
          <p:cNvSpPr txBox="1"/>
          <p:nvPr>
            <p:ph idx="2" type="title"/>
          </p:nvPr>
        </p:nvSpPr>
        <p:spPr>
          <a:xfrm>
            <a:off x="568449" y="1960489"/>
            <a:ext cx="23304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30710"/>
              </a:buClr>
              <a:buSzPts val="1800"/>
              <a:buNone/>
              <a:defRPr sz="1800">
                <a:solidFill>
                  <a:srgbClr val="03071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660539" y="2657450"/>
            <a:ext cx="25392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0" name="Google Shape;110;p20"/>
          <p:cNvSpPr/>
          <p:nvPr/>
        </p:nvSpPr>
        <p:spPr>
          <a:xfrm>
            <a:off x="3317329" y="1739125"/>
            <a:ext cx="2637000" cy="3102600"/>
          </a:xfrm>
          <a:prstGeom prst="roundRect">
            <a:avLst>
              <a:gd fmla="val 6223" name="adj"/>
            </a:avLst>
          </a:prstGeom>
          <a:solidFill>
            <a:srgbClr val="B2D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11" name="Google Shape;111;p20"/>
          <p:cNvSpPr txBox="1"/>
          <p:nvPr>
            <p:ph idx="3" type="title"/>
          </p:nvPr>
        </p:nvSpPr>
        <p:spPr>
          <a:xfrm>
            <a:off x="3446399" y="1960489"/>
            <a:ext cx="23304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30710"/>
              </a:buClr>
              <a:buSzPts val="1800"/>
              <a:buNone/>
              <a:defRPr sz="1800">
                <a:solidFill>
                  <a:srgbClr val="03071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" name="Google Shape;112;p20"/>
          <p:cNvSpPr txBox="1"/>
          <p:nvPr>
            <p:ph idx="4" type="body"/>
          </p:nvPr>
        </p:nvSpPr>
        <p:spPr>
          <a:xfrm>
            <a:off x="3538488" y="2657450"/>
            <a:ext cx="22875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0"/>
          <p:cNvSpPr/>
          <p:nvPr/>
        </p:nvSpPr>
        <p:spPr>
          <a:xfrm>
            <a:off x="6195296" y="1739125"/>
            <a:ext cx="2637000" cy="3102600"/>
          </a:xfrm>
          <a:prstGeom prst="roundRect">
            <a:avLst>
              <a:gd fmla="val 6223" name="adj"/>
            </a:avLst>
          </a:prstGeom>
          <a:solidFill>
            <a:srgbClr val="B2D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14" name="Google Shape;114;p20"/>
          <p:cNvSpPr txBox="1"/>
          <p:nvPr>
            <p:ph idx="5" type="title"/>
          </p:nvPr>
        </p:nvSpPr>
        <p:spPr>
          <a:xfrm>
            <a:off x="6324362" y="1960489"/>
            <a:ext cx="23304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30710"/>
              </a:buClr>
              <a:buSzPts val="1800"/>
              <a:buNone/>
              <a:defRPr sz="1800">
                <a:solidFill>
                  <a:srgbClr val="03071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5" name="Google Shape;115;p20"/>
          <p:cNvSpPr txBox="1"/>
          <p:nvPr>
            <p:ph idx="6" type="body"/>
          </p:nvPr>
        </p:nvSpPr>
        <p:spPr>
          <a:xfrm>
            <a:off x="6416450" y="2657450"/>
            <a:ext cx="23304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lumns - light">
  <p:cSld name="CUSTOM_3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/>
          <p:nvPr/>
        </p:nvSpPr>
        <p:spPr>
          <a:xfrm>
            <a:off x="357775" y="1744675"/>
            <a:ext cx="1983600" cy="3110700"/>
          </a:xfrm>
          <a:prstGeom prst="roundRect">
            <a:avLst>
              <a:gd fmla="val 4303" name="adj"/>
            </a:avLst>
          </a:prstGeom>
          <a:solidFill>
            <a:srgbClr val="B2DEF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1"/>
          <p:cNvSpPr/>
          <p:nvPr/>
        </p:nvSpPr>
        <p:spPr>
          <a:xfrm>
            <a:off x="2505895" y="1744675"/>
            <a:ext cx="1983600" cy="3110700"/>
          </a:xfrm>
          <a:prstGeom prst="roundRect">
            <a:avLst>
              <a:gd fmla="val 4303" name="adj"/>
            </a:avLst>
          </a:prstGeom>
          <a:solidFill>
            <a:srgbClr val="B2DEF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/>
          <p:nvPr/>
        </p:nvSpPr>
        <p:spPr>
          <a:xfrm>
            <a:off x="4654015" y="1744675"/>
            <a:ext cx="1983600" cy="3110700"/>
          </a:xfrm>
          <a:prstGeom prst="roundRect">
            <a:avLst>
              <a:gd fmla="val 4303" name="adj"/>
            </a:avLst>
          </a:prstGeom>
          <a:solidFill>
            <a:srgbClr val="B2DEF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1"/>
          <p:cNvSpPr/>
          <p:nvPr/>
        </p:nvSpPr>
        <p:spPr>
          <a:xfrm>
            <a:off x="6802161" y="1744675"/>
            <a:ext cx="1983600" cy="3110700"/>
          </a:xfrm>
          <a:prstGeom prst="roundRect">
            <a:avLst>
              <a:gd fmla="val 4303" name="adj"/>
            </a:avLst>
          </a:prstGeom>
          <a:solidFill>
            <a:srgbClr val="B2DEF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1"/>
          <p:cNvSpPr txBox="1"/>
          <p:nvPr>
            <p:ph type="title"/>
          </p:nvPr>
        </p:nvSpPr>
        <p:spPr>
          <a:xfrm>
            <a:off x="311700" y="28626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30710"/>
              </a:buClr>
              <a:buSzPts val="3200"/>
              <a:buNone/>
              <a:defRPr>
                <a:solidFill>
                  <a:srgbClr val="03071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" name="Google Shape;122;p21"/>
          <p:cNvSpPr txBox="1"/>
          <p:nvPr>
            <p:ph idx="2" type="title"/>
          </p:nvPr>
        </p:nvSpPr>
        <p:spPr>
          <a:xfrm>
            <a:off x="535491" y="1799515"/>
            <a:ext cx="17355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30710"/>
              </a:buClr>
              <a:buSzPts val="1800"/>
              <a:buNone/>
              <a:defRPr sz="1800">
                <a:solidFill>
                  <a:srgbClr val="03071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3" name="Google Shape;123;p21"/>
          <p:cNvSpPr txBox="1"/>
          <p:nvPr>
            <p:ph idx="1" type="body"/>
          </p:nvPr>
        </p:nvSpPr>
        <p:spPr>
          <a:xfrm>
            <a:off x="604067" y="2496475"/>
            <a:ext cx="18909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4" name="Google Shape;124;p21"/>
          <p:cNvSpPr txBox="1"/>
          <p:nvPr>
            <p:ph idx="3" type="title"/>
          </p:nvPr>
        </p:nvSpPr>
        <p:spPr>
          <a:xfrm>
            <a:off x="2678581" y="1799515"/>
            <a:ext cx="17355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30710"/>
              </a:buClr>
              <a:buSzPts val="1800"/>
              <a:buNone/>
              <a:defRPr sz="1800">
                <a:solidFill>
                  <a:srgbClr val="03071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5" name="Google Shape;125;p21"/>
          <p:cNvSpPr txBox="1"/>
          <p:nvPr>
            <p:ph idx="4" type="body"/>
          </p:nvPr>
        </p:nvSpPr>
        <p:spPr>
          <a:xfrm>
            <a:off x="2747155" y="2496476"/>
            <a:ext cx="17034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6" name="Google Shape;126;p21"/>
          <p:cNvSpPr txBox="1"/>
          <p:nvPr>
            <p:ph idx="5" type="title"/>
          </p:nvPr>
        </p:nvSpPr>
        <p:spPr>
          <a:xfrm>
            <a:off x="4821680" y="1799515"/>
            <a:ext cx="17355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30710"/>
              </a:buClr>
              <a:buSzPts val="1800"/>
              <a:buNone/>
              <a:defRPr sz="1800">
                <a:solidFill>
                  <a:srgbClr val="03071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7" name="Google Shape;127;p21"/>
          <p:cNvSpPr txBox="1"/>
          <p:nvPr>
            <p:ph idx="6" type="body"/>
          </p:nvPr>
        </p:nvSpPr>
        <p:spPr>
          <a:xfrm>
            <a:off x="4890254" y="2496476"/>
            <a:ext cx="17355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8" name="Google Shape;128;p21"/>
          <p:cNvSpPr txBox="1"/>
          <p:nvPr>
            <p:ph idx="7" type="title"/>
          </p:nvPr>
        </p:nvSpPr>
        <p:spPr>
          <a:xfrm>
            <a:off x="6964787" y="1799515"/>
            <a:ext cx="17355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30710"/>
              </a:buClr>
              <a:buSzPts val="1800"/>
              <a:buNone/>
              <a:defRPr sz="1800">
                <a:solidFill>
                  <a:srgbClr val="03071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" name="Google Shape;129;p21"/>
          <p:cNvSpPr txBox="1"/>
          <p:nvPr>
            <p:ph idx="8" type="body"/>
          </p:nvPr>
        </p:nvSpPr>
        <p:spPr>
          <a:xfrm>
            <a:off x="7033361" y="2496476"/>
            <a:ext cx="17355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lumns - dark">
  <p:cSld name="CUSTOM_3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2" title="bg 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533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2"/>
          <p:cNvSpPr txBox="1"/>
          <p:nvPr>
            <p:ph type="title"/>
          </p:nvPr>
        </p:nvSpPr>
        <p:spPr>
          <a:xfrm>
            <a:off x="311700" y="28626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80C8FF"/>
              </a:buClr>
              <a:buSzPts val="3200"/>
              <a:buNone/>
              <a:defRPr>
                <a:solidFill>
                  <a:srgbClr val="80C8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3" name="Google Shape;133;p22"/>
          <p:cNvSpPr/>
          <p:nvPr/>
        </p:nvSpPr>
        <p:spPr>
          <a:xfrm>
            <a:off x="357775" y="1744675"/>
            <a:ext cx="1983600" cy="3110700"/>
          </a:xfrm>
          <a:prstGeom prst="roundRect">
            <a:avLst>
              <a:gd fmla="val 4303" name="adj"/>
            </a:avLst>
          </a:prstGeom>
          <a:solidFill>
            <a:srgbClr val="B2DEF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2"/>
          <p:cNvSpPr/>
          <p:nvPr/>
        </p:nvSpPr>
        <p:spPr>
          <a:xfrm>
            <a:off x="2505895" y="1744675"/>
            <a:ext cx="1983600" cy="3110700"/>
          </a:xfrm>
          <a:prstGeom prst="roundRect">
            <a:avLst>
              <a:gd fmla="val 4303" name="adj"/>
            </a:avLst>
          </a:prstGeom>
          <a:solidFill>
            <a:srgbClr val="B2DEF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2"/>
          <p:cNvSpPr/>
          <p:nvPr/>
        </p:nvSpPr>
        <p:spPr>
          <a:xfrm>
            <a:off x="4654015" y="1744675"/>
            <a:ext cx="1983600" cy="3110700"/>
          </a:xfrm>
          <a:prstGeom prst="roundRect">
            <a:avLst>
              <a:gd fmla="val 4303" name="adj"/>
            </a:avLst>
          </a:prstGeom>
          <a:solidFill>
            <a:srgbClr val="B2DEF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2"/>
          <p:cNvSpPr/>
          <p:nvPr/>
        </p:nvSpPr>
        <p:spPr>
          <a:xfrm>
            <a:off x="6802161" y="1744675"/>
            <a:ext cx="1983600" cy="3110700"/>
          </a:xfrm>
          <a:prstGeom prst="roundRect">
            <a:avLst>
              <a:gd fmla="val 4303" name="adj"/>
            </a:avLst>
          </a:prstGeom>
          <a:solidFill>
            <a:srgbClr val="B2DEF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2"/>
          <p:cNvSpPr txBox="1"/>
          <p:nvPr>
            <p:ph idx="2" type="title"/>
          </p:nvPr>
        </p:nvSpPr>
        <p:spPr>
          <a:xfrm>
            <a:off x="535491" y="1799515"/>
            <a:ext cx="17355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30710"/>
              </a:buClr>
              <a:buSzPts val="1800"/>
              <a:buNone/>
              <a:defRPr sz="1800">
                <a:solidFill>
                  <a:srgbClr val="03071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8" name="Google Shape;138;p22"/>
          <p:cNvSpPr txBox="1"/>
          <p:nvPr>
            <p:ph idx="1" type="body"/>
          </p:nvPr>
        </p:nvSpPr>
        <p:spPr>
          <a:xfrm>
            <a:off x="604067" y="2496475"/>
            <a:ext cx="18909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9" name="Google Shape;139;p22"/>
          <p:cNvSpPr txBox="1"/>
          <p:nvPr>
            <p:ph idx="3" type="title"/>
          </p:nvPr>
        </p:nvSpPr>
        <p:spPr>
          <a:xfrm>
            <a:off x="2678581" y="1799515"/>
            <a:ext cx="17355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30710"/>
              </a:buClr>
              <a:buSzPts val="1800"/>
              <a:buNone/>
              <a:defRPr sz="1800">
                <a:solidFill>
                  <a:srgbClr val="03071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0" name="Google Shape;140;p22"/>
          <p:cNvSpPr txBox="1"/>
          <p:nvPr>
            <p:ph idx="4" type="body"/>
          </p:nvPr>
        </p:nvSpPr>
        <p:spPr>
          <a:xfrm>
            <a:off x="2747155" y="2496476"/>
            <a:ext cx="17034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1" name="Google Shape;141;p22"/>
          <p:cNvSpPr txBox="1"/>
          <p:nvPr>
            <p:ph idx="5" type="title"/>
          </p:nvPr>
        </p:nvSpPr>
        <p:spPr>
          <a:xfrm>
            <a:off x="4821680" y="1799515"/>
            <a:ext cx="17355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30710"/>
              </a:buClr>
              <a:buSzPts val="1800"/>
              <a:buNone/>
              <a:defRPr sz="1800">
                <a:solidFill>
                  <a:srgbClr val="03071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2" name="Google Shape;142;p22"/>
          <p:cNvSpPr txBox="1"/>
          <p:nvPr>
            <p:ph idx="6" type="body"/>
          </p:nvPr>
        </p:nvSpPr>
        <p:spPr>
          <a:xfrm>
            <a:off x="4890254" y="2496476"/>
            <a:ext cx="17355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3" name="Google Shape;143;p22"/>
          <p:cNvSpPr txBox="1"/>
          <p:nvPr>
            <p:ph idx="7" type="title"/>
          </p:nvPr>
        </p:nvSpPr>
        <p:spPr>
          <a:xfrm>
            <a:off x="6964787" y="1799515"/>
            <a:ext cx="17355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30710"/>
              </a:buClr>
              <a:buSzPts val="1800"/>
              <a:buNone/>
              <a:defRPr sz="1800">
                <a:solidFill>
                  <a:srgbClr val="03071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4" name="Google Shape;144;p22"/>
          <p:cNvSpPr txBox="1"/>
          <p:nvPr>
            <p:ph idx="8" type="body"/>
          </p:nvPr>
        </p:nvSpPr>
        <p:spPr>
          <a:xfrm>
            <a:off x="7033361" y="2496476"/>
            <a:ext cx="17355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light">
  <p:cSld name="CUSTOM_4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3" title="bg 6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25"/>
            <a:ext cx="9144000" cy="5143476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3"/>
          <p:cNvSpPr txBox="1"/>
          <p:nvPr>
            <p:ph type="title"/>
          </p:nvPr>
        </p:nvSpPr>
        <p:spPr>
          <a:xfrm>
            <a:off x="311700" y="28626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30710"/>
              </a:buClr>
              <a:buSzPts val="3200"/>
              <a:buNone/>
              <a:defRPr>
                <a:solidFill>
                  <a:srgbClr val="03071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8" name="Google Shape;148;p23"/>
          <p:cNvSpPr txBox="1"/>
          <p:nvPr>
            <p:ph idx="1" type="subTitle"/>
          </p:nvPr>
        </p:nvSpPr>
        <p:spPr>
          <a:xfrm>
            <a:off x="438775" y="1130425"/>
            <a:ext cx="2996100" cy="6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>
                <a:solidFill>
                  <a:srgbClr val="43434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49" name="Google Shape;149;p23"/>
          <p:cNvSpPr txBox="1"/>
          <p:nvPr>
            <p:ph idx="2" type="subTitle"/>
          </p:nvPr>
        </p:nvSpPr>
        <p:spPr>
          <a:xfrm>
            <a:off x="4900550" y="1130425"/>
            <a:ext cx="2996100" cy="6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>
                <a:solidFill>
                  <a:srgbClr val="43434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50" name="Google Shape;150;p23"/>
          <p:cNvSpPr txBox="1"/>
          <p:nvPr>
            <p:ph idx="3" type="body"/>
          </p:nvPr>
        </p:nvSpPr>
        <p:spPr>
          <a:xfrm>
            <a:off x="438775" y="2008950"/>
            <a:ext cx="3319800" cy="3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1" name="Google Shape;151;p23"/>
          <p:cNvSpPr txBox="1"/>
          <p:nvPr>
            <p:ph idx="4" type="body"/>
          </p:nvPr>
        </p:nvSpPr>
        <p:spPr>
          <a:xfrm>
            <a:off x="4900550" y="2008950"/>
            <a:ext cx="3319800" cy="3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2" name="Google Shape;152;p23"/>
          <p:cNvSpPr txBox="1"/>
          <p:nvPr>
            <p:ph idx="5" type="body"/>
          </p:nvPr>
        </p:nvSpPr>
        <p:spPr>
          <a:xfrm>
            <a:off x="438775" y="2490100"/>
            <a:ext cx="3319800" cy="3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3" name="Google Shape;153;p23"/>
          <p:cNvSpPr txBox="1"/>
          <p:nvPr>
            <p:ph idx="6" type="body"/>
          </p:nvPr>
        </p:nvSpPr>
        <p:spPr>
          <a:xfrm>
            <a:off x="4900550" y="2490100"/>
            <a:ext cx="3319800" cy="3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4" name="Google Shape;154;p23"/>
          <p:cNvSpPr txBox="1"/>
          <p:nvPr>
            <p:ph idx="7" type="body"/>
          </p:nvPr>
        </p:nvSpPr>
        <p:spPr>
          <a:xfrm>
            <a:off x="438775" y="3035923"/>
            <a:ext cx="3319800" cy="3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5" name="Google Shape;155;p23"/>
          <p:cNvSpPr txBox="1"/>
          <p:nvPr>
            <p:ph idx="8" type="body"/>
          </p:nvPr>
        </p:nvSpPr>
        <p:spPr>
          <a:xfrm>
            <a:off x="4900550" y="3035923"/>
            <a:ext cx="3319800" cy="3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6" name="Google Shape;156;p23"/>
          <p:cNvSpPr txBox="1"/>
          <p:nvPr>
            <p:ph idx="9" type="body"/>
          </p:nvPr>
        </p:nvSpPr>
        <p:spPr>
          <a:xfrm>
            <a:off x="438775" y="3517075"/>
            <a:ext cx="3319800" cy="3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7" name="Google Shape;157;p23"/>
          <p:cNvSpPr txBox="1"/>
          <p:nvPr>
            <p:ph idx="13" type="body"/>
          </p:nvPr>
        </p:nvSpPr>
        <p:spPr>
          <a:xfrm>
            <a:off x="4900550" y="3517075"/>
            <a:ext cx="3319800" cy="3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8" name="Google Shape;158;p23"/>
          <p:cNvSpPr txBox="1"/>
          <p:nvPr>
            <p:ph idx="14" type="body"/>
          </p:nvPr>
        </p:nvSpPr>
        <p:spPr>
          <a:xfrm>
            <a:off x="438775" y="4062900"/>
            <a:ext cx="3319800" cy="3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9" name="Google Shape;159;p23"/>
          <p:cNvSpPr txBox="1"/>
          <p:nvPr>
            <p:ph idx="15" type="body"/>
          </p:nvPr>
        </p:nvSpPr>
        <p:spPr>
          <a:xfrm>
            <a:off x="4900550" y="4062900"/>
            <a:ext cx="3319800" cy="3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light 1">
  <p:cSld name="CUSTOM_4_1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4" title="bg 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5332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4"/>
          <p:cNvSpPr txBox="1"/>
          <p:nvPr>
            <p:ph type="title"/>
          </p:nvPr>
        </p:nvSpPr>
        <p:spPr>
          <a:xfrm>
            <a:off x="311700" y="28626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80C8FF"/>
              </a:buClr>
              <a:buSzPts val="3200"/>
              <a:buNone/>
              <a:defRPr>
                <a:solidFill>
                  <a:srgbClr val="80C8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3" name="Google Shape;163;p24"/>
          <p:cNvSpPr txBox="1"/>
          <p:nvPr>
            <p:ph idx="1" type="subTitle"/>
          </p:nvPr>
        </p:nvSpPr>
        <p:spPr>
          <a:xfrm>
            <a:off x="438775" y="1130425"/>
            <a:ext cx="2996100" cy="6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FAFF"/>
              </a:buClr>
              <a:buSzPts val="1800"/>
              <a:buNone/>
              <a:defRPr>
                <a:solidFill>
                  <a:srgbClr val="F2FA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FAFF"/>
              </a:buClr>
              <a:buSzPts val="1400"/>
              <a:buNone/>
              <a:defRPr>
                <a:solidFill>
                  <a:srgbClr val="F2FA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FAFF"/>
              </a:buClr>
              <a:buSzPts val="1400"/>
              <a:buNone/>
              <a:defRPr>
                <a:solidFill>
                  <a:srgbClr val="F2FA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FAFF"/>
              </a:buClr>
              <a:buSzPts val="1400"/>
              <a:buNone/>
              <a:defRPr>
                <a:solidFill>
                  <a:srgbClr val="F2FA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FAFF"/>
              </a:buClr>
              <a:buSzPts val="1400"/>
              <a:buNone/>
              <a:defRPr>
                <a:solidFill>
                  <a:srgbClr val="F2FA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FAFF"/>
              </a:buClr>
              <a:buSzPts val="1400"/>
              <a:buNone/>
              <a:defRPr>
                <a:solidFill>
                  <a:srgbClr val="F2FA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FAFF"/>
              </a:buClr>
              <a:buSzPts val="1400"/>
              <a:buNone/>
              <a:defRPr>
                <a:solidFill>
                  <a:srgbClr val="F2FA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FAFF"/>
              </a:buClr>
              <a:buSzPts val="1400"/>
              <a:buNone/>
              <a:defRPr>
                <a:solidFill>
                  <a:srgbClr val="F2FA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FAFF"/>
              </a:buClr>
              <a:buSzPts val="1400"/>
              <a:buNone/>
              <a:defRPr>
                <a:solidFill>
                  <a:srgbClr val="F2FAFF"/>
                </a:solidFill>
              </a:defRPr>
            </a:lvl9pPr>
          </a:lstStyle>
          <a:p/>
        </p:txBody>
      </p:sp>
      <p:sp>
        <p:nvSpPr>
          <p:cNvPr id="164" name="Google Shape;164;p24"/>
          <p:cNvSpPr txBox="1"/>
          <p:nvPr>
            <p:ph idx="2" type="subTitle"/>
          </p:nvPr>
        </p:nvSpPr>
        <p:spPr>
          <a:xfrm>
            <a:off x="4900550" y="1130425"/>
            <a:ext cx="2996100" cy="6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FAFF"/>
              </a:buClr>
              <a:buSzPts val="1800"/>
              <a:buNone/>
              <a:defRPr>
                <a:solidFill>
                  <a:srgbClr val="F2FA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FAFF"/>
              </a:buClr>
              <a:buSzPts val="1400"/>
              <a:buNone/>
              <a:defRPr>
                <a:solidFill>
                  <a:srgbClr val="F2FA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FAFF"/>
              </a:buClr>
              <a:buSzPts val="1400"/>
              <a:buNone/>
              <a:defRPr>
                <a:solidFill>
                  <a:srgbClr val="F2FA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FAFF"/>
              </a:buClr>
              <a:buSzPts val="1400"/>
              <a:buNone/>
              <a:defRPr>
                <a:solidFill>
                  <a:srgbClr val="F2FA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FAFF"/>
              </a:buClr>
              <a:buSzPts val="1400"/>
              <a:buNone/>
              <a:defRPr>
                <a:solidFill>
                  <a:srgbClr val="F2FA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FAFF"/>
              </a:buClr>
              <a:buSzPts val="1400"/>
              <a:buNone/>
              <a:defRPr>
                <a:solidFill>
                  <a:srgbClr val="F2FA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FAFF"/>
              </a:buClr>
              <a:buSzPts val="1400"/>
              <a:buNone/>
              <a:defRPr>
                <a:solidFill>
                  <a:srgbClr val="F2FA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FAFF"/>
              </a:buClr>
              <a:buSzPts val="1400"/>
              <a:buNone/>
              <a:defRPr>
                <a:solidFill>
                  <a:srgbClr val="F2FA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FAFF"/>
              </a:buClr>
              <a:buSzPts val="1400"/>
              <a:buNone/>
              <a:defRPr>
                <a:solidFill>
                  <a:srgbClr val="F2FAFF"/>
                </a:solidFill>
              </a:defRPr>
            </a:lvl9pPr>
          </a:lstStyle>
          <a:p/>
        </p:txBody>
      </p:sp>
      <p:sp>
        <p:nvSpPr>
          <p:cNvPr id="165" name="Google Shape;165;p24"/>
          <p:cNvSpPr txBox="1"/>
          <p:nvPr>
            <p:ph idx="3" type="body"/>
          </p:nvPr>
        </p:nvSpPr>
        <p:spPr>
          <a:xfrm>
            <a:off x="438775" y="2008950"/>
            <a:ext cx="3319800" cy="3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●"/>
              <a:defRPr sz="1400">
                <a:solidFill>
                  <a:srgbClr val="CCCCCC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  <a:defRPr>
                <a:solidFill>
                  <a:srgbClr val="CCCCCC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■"/>
              <a:defRPr>
                <a:solidFill>
                  <a:srgbClr val="CCCCCC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●"/>
              <a:defRPr>
                <a:solidFill>
                  <a:srgbClr val="CCCCCC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  <a:defRPr>
                <a:solidFill>
                  <a:srgbClr val="CCCCCC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■"/>
              <a:defRPr>
                <a:solidFill>
                  <a:srgbClr val="CCCCCC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●"/>
              <a:defRPr>
                <a:solidFill>
                  <a:srgbClr val="CCCCCC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  <a:defRPr>
                <a:solidFill>
                  <a:srgbClr val="CCCCCC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■"/>
              <a:defRPr>
                <a:solidFill>
                  <a:srgbClr val="CCCCCC"/>
                </a:solidFill>
              </a:defRPr>
            </a:lvl9pPr>
          </a:lstStyle>
          <a:p/>
        </p:txBody>
      </p:sp>
      <p:sp>
        <p:nvSpPr>
          <p:cNvPr id="166" name="Google Shape;166;p24"/>
          <p:cNvSpPr txBox="1"/>
          <p:nvPr>
            <p:ph idx="4" type="body"/>
          </p:nvPr>
        </p:nvSpPr>
        <p:spPr>
          <a:xfrm>
            <a:off x="4900550" y="2008950"/>
            <a:ext cx="3319800" cy="3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●"/>
              <a:defRPr sz="1400">
                <a:solidFill>
                  <a:srgbClr val="CCCCCC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  <a:defRPr>
                <a:solidFill>
                  <a:srgbClr val="CCCCCC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■"/>
              <a:defRPr>
                <a:solidFill>
                  <a:srgbClr val="CCCCCC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●"/>
              <a:defRPr>
                <a:solidFill>
                  <a:srgbClr val="CCCCCC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  <a:defRPr>
                <a:solidFill>
                  <a:srgbClr val="CCCCCC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■"/>
              <a:defRPr>
                <a:solidFill>
                  <a:srgbClr val="CCCCCC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●"/>
              <a:defRPr>
                <a:solidFill>
                  <a:srgbClr val="CCCCCC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  <a:defRPr>
                <a:solidFill>
                  <a:srgbClr val="CCCCCC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■"/>
              <a:defRPr>
                <a:solidFill>
                  <a:srgbClr val="CCCCCC"/>
                </a:solidFill>
              </a:defRPr>
            </a:lvl9pPr>
          </a:lstStyle>
          <a:p/>
        </p:txBody>
      </p:sp>
      <p:sp>
        <p:nvSpPr>
          <p:cNvPr id="167" name="Google Shape;167;p24"/>
          <p:cNvSpPr txBox="1"/>
          <p:nvPr>
            <p:ph idx="5" type="body"/>
          </p:nvPr>
        </p:nvSpPr>
        <p:spPr>
          <a:xfrm>
            <a:off x="438775" y="2490100"/>
            <a:ext cx="3319800" cy="3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●"/>
              <a:defRPr sz="1400">
                <a:solidFill>
                  <a:srgbClr val="CCCCCC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  <a:defRPr>
                <a:solidFill>
                  <a:srgbClr val="CCCCCC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■"/>
              <a:defRPr>
                <a:solidFill>
                  <a:srgbClr val="CCCCCC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●"/>
              <a:defRPr>
                <a:solidFill>
                  <a:srgbClr val="CCCCCC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  <a:defRPr>
                <a:solidFill>
                  <a:srgbClr val="CCCCCC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■"/>
              <a:defRPr>
                <a:solidFill>
                  <a:srgbClr val="CCCCCC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●"/>
              <a:defRPr>
                <a:solidFill>
                  <a:srgbClr val="CCCCCC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  <a:defRPr>
                <a:solidFill>
                  <a:srgbClr val="CCCCCC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■"/>
              <a:defRPr>
                <a:solidFill>
                  <a:srgbClr val="CCCCCC"/>
                </a:solidFill>
              </a:defRPr>
            </a:lvl9pPr>
          </a:lstStyle>
          <a:p/>
        </p:txBody>
      </p:sp>
      <p:sp>
        <p:nvSpPr>
          <p:cNvPr id="168" name="Google Shape;168;p24"/>
          <p:cNvSpPr txBox="1"/>
          <p:nvPr>
            <p:ph idx="6" type="body"/>
          </p:nvPr>
        </p:nvSpPr>
        <p:spPr>
          <a:xfrm>
            <a:off x="4900550" y="2490100"/>
            <a:ext cx="3319800" cy="3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●"/>
              <a:defRPr sz="1400">
                <a:solidFill>
                  <a:srgbClr val="CCCCCC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  <a:defRPr>
                <a:solidFill>
                  <a:srgbClr val="CCCCCC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■"/>
              <a:defRPr>
                <a:solidFill>
                  <a:srgbClr val="CCCCCC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●"/>
              <a:defRPr>
                <a:solidFill>
                  <a:srgbClr val="CCCCCC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  <a:defRPr>
                <a:solidFill>
                  <a:srgbClr val="CCCCCC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■"/>
              <a:defRPr>
                <a:solidFill>
                  <a:srgbClr val="CCCCCC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●"/>
              <a:defRPr>
                <a:solidFill>
                  <a:srgbClr val="CCCCCC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  <a:defRPr>
                <a:solidFill>
                  <a:srgbClr val="CCCCCC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■"/>
              <a:defRPr>
                <a:solidFill>
                  <a:srgbClr val="CCCCCC"/>
                </a:solidFill>
              </a:defRPr>
            </a:lvl9pPr>
          </a:lstStyle>
          <a:p/>
        </p:txBody>
      </p:sp>
      <p:sp>
        <p:nvSpPr>
          <p:cNvPr id="169" name="Google Shape;169;p24"/>
          <p:cNvSpPr txBox="1"/>
          <p:nvPr>
            <p:ph idx="7" type="body"/>
          </p:nvPr>
        </p:nvSpPr>
        <p:spPr>
          <a:xfrm>
            <a:off x="438775" y="3035923"/>
            <a:ext cx="3319800" cy="3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●"/>
              <a:defRPr sz="1400">
                <a:solidFill>
                  <a:srgbClr val="CCCCCC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  <a:defRPr>
                <a:solidFill>
                  <a:srgbClr val="CCCCCC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■"/>
              <a:defRPr>
                <a:solidFill>
                  <a:srgbClr val="CCCCCC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●"/>
              <a:defRPr>
                <a:solidFill>
                  <a:srgbClr val="CCCCCC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  <a:defRPr>
                <a:solidFill>
                  <a:srgbClr val="CCCCCC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■"/>
              <a:defRPr>
                <a:solidFill>
                  <a:srgbClr val="CCCCCC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●"/>
              <a:defRPr>
                <a:solidFill>
                  <a:srgbClr val="CCCCCC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  <a:defRPr>
                <a:solidFill>
                  <a:srgbClr val="CCCCCC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■"/>
              <a:defRPr>
                <a:solidFill>
                  <a:srgbClr val="CCCCCC"/>
                </a:solidFill>
              </a:defRPr>
            </a:lvl9pPr>
          </a:lstStyle>
          <a:p/>
        </p:txBody>
      </p:sp>
      <p:sp>
        <p:nvSpPr>
          <p:cNvPr id="170" name="Google Shape;170;p24"/>
          <p:cNvSpPr txBox="1"/>
          <p:nvPr>
            <p:ph idx="8" type="body"/>
          </p:nvPr>
        </p:nvSpPr>
        <p:spPr>
          <a:xfrm>
            <a:off x="4900550" y="3035923"/>
            <a:ext cx="3319800" cy="3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●"/>
              <a:defRPr sz="1400">
                <a:solidFill>
                  <a:srgbClr val="CCCCCC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  <a:defRPr>
                <a:solidFill>
                  <a:srgbClr val="CCCCCC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■"/>
              <a:defRPr>
                <a:solidFill>
                  <a:srgbClr val="CCCCCC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●"/>
              <a:defRPr>
                <a:solidFill>
                  <a:srgbClr val="CCCCCC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  <a:defRPr>
                <a:solidFill>
                  <a:srgbClr val="CCCCCC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■"/>
              <a:defRPr>
                <a:solidFill>
                  <a:srgbClr val="CCCCCC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●"/>
              <a:defRPr>
                <a:solidFill>
                  <a:srgbClr val="CCCCCC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  <a:defRPr>
                <a:solidFill>
                  <a:srgbClr val="CCCCCC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■"/>
              <a:defRPr>
                <a:solidFill>
                  <a:srgbClr val="CCCCCC"/>
                </a:solidFill>
              </a:defRPr>
            </a:lvl9pPr>
          </a:lstStyle>
          <a:p/>
        </p:txBody>
      </p:sp>
      <p:sp>
        <p:nvSpPr>
          <p:cNvPr id="171" name="Google Shape;171;p24"/>
          <p:cNvSpPr txBox="1"/>
          <p:nvPr>
            <p:ph idx="9" type="body"/>
          </p:nvPr>
        </p:nvSpPr>
        <p:spPr>
          <a:xfrm>
            <a:off x="438775" y="3517075"/>
            <a:ext cx="3319800" cy="3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●"/>
              <a:defRPr sz="1400">
                <a:solidFill>
                  <a:srgbClr val="CCCCCC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  <a:defRPr>
                <a:solidFill>
                  <a:srgbClr val="CCCCCC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■"/>
              <a:defRPr>
                <a:solidFill>
                  <a:srgbClr val="CCCCCC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●"/>
              <a:defRPr>
                <a:solidFill>
                  <a:srgbClr val="CCCCCC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  <a:defRPr>
                <a:solidFill>
                  <a:srgbClr val="CCCCCC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■"/>
              <a:defRPr>
                <a:solidFill>
                  <a:srgbClr val="CCCCCC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●"/>
              <a:defRPr>
                <a:solidFill>
                  <a:srgbClr val="CCCCCC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  <a:defRPr>
                <a:solidFill>
                  <a:srgbClr val="CCCCCC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■"/>
              <a:defRPr>
                <a:solidFill>
                  <a:srgbClr val="CCCCCC"/>
                </a:solidFill>
              </a:defRPr>
            </a:lvl9pPr>
          </a:lstStyle>
          <a:p/>
        </p:txBody>
      </p:sp>
      <p:sp>
        <p:nvSpPr>
          <p:cNvPr id="172" name="Google Shape;172;p24"/>
          <p:cNvSpPr txBox="1"/>
          <p:nvPr>
            <p:ph idx="13" type="body"/>
          </p:nvPr>
        </p:nvSpPr>
        <p:spPr>
          <a:xfrm>
            <a:off x="4900550" y="3517075"/>
            <a:ext cx="3319800" cy="3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●"/>
              <a:defRPr sz="1400">
                <a:solidFill>
                  <a:srgbClr val="CCCCCC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  <a:defRPr>
                <a:solidFill>
                  <a:srgbClr val="CCCCCC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■"/>
              <a:defRPr>
                <a:solidFill>
                  <a:srgbClr val="CCCCCC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●"/>
              <a:defRPr>
                <a:solidFill>
                  <a:srgbClr val="CCCCCC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  <a:defRPr>
                <a:solidFill>
                  <a:srgbClr val="CCCCCC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■"/>
              <a:defRPr>
                <a:solidFill>
                  <a:srgbClr val="CCCCCC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●"/>
              <a:defRPr>
                <a:solidFill>
                  <a:srgbClr val="CCCCCC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  <a:defRPr>
                <a:solidFill>
                  <a:srgbClr val="CCCCCC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■"/>
              <a:defRPr>
                <a:solidFill>
                  <a:srgbClr val="CCCCCC"/>
                </a:solidFill>
              </a:defRPr>
            </a:lvl9pPr>
          </a:lstStyle>
          <a:p/>
        </p:txBody>
      </p:sp>
      <p:sp>
        <p:nvSpPr>
          <p:cNvPr id="173" name="Google Shape;173;p24"/>
          <p:cNvSpPr txBox="1"/>
          <p:nvPr>
            <p:ph idx="14" type="body"/>
          </p:nvPr>
        </p:nvSpPr>
        <p:spPr>
          <a:xfrm>
            <a:off x="438775" y="4062900"/>
            <a:ext cx="3319800" cy="3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●"/>
              <a:defRPr sz="1400">
                <a:solidFill>
                  <a:srgbClr val="CCCCCC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  <a:defRPr>
                <a:solidFill>
                  <a:srgbClr val="CCCCCC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■"/>
              <a:defRPr>
                <a:solidFill>
                  <a:srgbClr val="CCCCCC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●"/>
              <a:defRPr>
                <a:solidFill>
                  <a:srgbClr val="CCCCCC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  <a:defRPr>
                <a:solidFill>
                  <a:srgbClr val="CCCCCC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■"/>
              <a:defRPr>
                <a:solidFill>
                  <a:srgbClr val="CCCCCC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●"/>
              <a:defRPr>
                <a:solidFill>
                  <a:srgbClr val="CCCCCC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  <a:defRPr>
                <a:solidFill>
                  <a:srgbClr val="CCCCCC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■"/>
              <a:defRPr>
                <a:solidFill>
                  <a:srgbClr val="CCCCCC"/>
                </a:solidFill>
              </a:defRPr>
            </a:lvl9pPr>
          </a:lstStyle>
          <a:p/>
        </p:txBody>
      </p:sp>
      <p:sp>
        <p:nvSpPr>
          <p:cNvPr id="174" name="Google Shape;174;p24"/>
          <p:cNvSpPr txBox="1"/>
          <p:nvPr>
            <p:ph idx="15" type="body"/>
          </p:nvPr>
        </p:nvSpPr>
        <p:spPr>
          <a:xfrm>
            <a:off x="4900550" y="4062900"/>
            <a:ext cx="3319800" cy="3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●"/>
              <a:defRPr sz="1400">
                <a:solidFill>
                  <a:srgbClr val="CCCCCC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  <a:defRPr>
                <a:solidFill>
                  <a:srgbClr val="CCCCCC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■"/>
              <a:defRPr>
                <a:solidFill>
                  <a:srgbClr val="CCCCCC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●"/>
              <a:defRPr>
                <a:solidFill>
                  <a:srgbClr val="CCCCCC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  <a:defRPr>
                <a:solidFill>
                  <a:srgbClr val="CCCCCC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■"/>
              <a:defRPr>
                <a:solidFill>
                  <a:srgbClr val="CCCCCC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●"/>
              <a:defRPr>
                <a:solidFill>
                  <a:srgbClr val="CCCCCC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  <a:defRPr>
                <a:solidFill>
                  <a:srgbClr val="CCCCCC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■"/>
              <a:defRPr>
                <a:solidFill>
                  <a:srgbClr val="CCCCCC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point cards - light">
  <p:cSld name="CUSTOM_5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25" title="bg 6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25"/>
            <a:ext cx="9144000" cy="5143476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5"/>
          <p:cNvSpPr txBox="1"/>
          <p:nvPr>
            <p:ph type="title"/>
          </p:nvPr>
        </p:nvSpPr>
        <p:spPr>
          <a:xfrm>
            <a:off x="311700" y="28626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30710"/>
              </a:buClr>
              <a:buSzPts val="3200"/>
              <a:buNone/>
              <a:defRPr>
                <a:solidFill>
                  <a:srgbClr val="03071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8" name="Google Shape;178;p25"/>
          <p:cNvSpPr txBox="1"/>
          <p:nvPr>
            <p:ph idx="1" type="subTitle"/>
          </p:nvPr>
        </p:nvSpPr>
        <p:spPr>
          <a:xfrm>
            <a:off x="311700" y="977550"/>
            <a:ext cx="6076500" cy="4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None/>
              <a:defRPr sz="2000">
                <a:solidFill>
                  <a:srgbClr val="66666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25"/>
          <p:cNvSpPr txBox="1"/>
          <p:nvPr>
            <p:ph idx="2" type="body"/>
          </p:nvPr>
        </p:nvSpPr>
        <p:spPr>
          <a:xfrm>
            <a:off x="311700" y="1736325"/>
            <a:ext cx="4336800" cy="175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Inter"/>
              <a:buChar char="●"/>
              <a:defRPr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0" name="Google Shape;180;p25"/>
          <p:cNvSpPr/>
          <p:nvPr/>
        </p:nvSpPr>
        <p:spPr>
          <a:xfrm>
            <a:off x="5360821" y="1782084"/>
            <a:ext cx="3471300" cy="697500"/>
          </a:xfrm>
          <a:prstGeom prst="roundRect">
            <a:avLst>
              <a:gd fmla="val 7149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5"/>
          <p:cNvSpPr/>
          <p:nvPr/>
        </p:nvSpPr>
        <p:spPr>
          <a:xfrm>
            <a:off x="5320660" y="1736325"/>
            <a:ext cx="3471300" cy="697500"/>
          </a:xfrm>
          <a:prstGeom prst="roundRect">
            <a:avLst>
              <a:gd fmla="val 7149" name="adj"/>
            </a:avLst>
          </a:prstGeom>
          <a:solidFill>
            <a:srgbClr val="B2DEF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B2DEFF"/>
              </a:solidFill>
            </a:endParaRPr>
          </a:p>
        </p:txBody>
      </p:sp>
      <p:sp>
        <p:nvSpPr>
          <p:cNvPr id="182" name="Google Shape;182;p25"/>
          <p:cNvSpPr/>
          <p:nvPr/>
        </p:nvSpPr>
        <p:spPr>
          <a:xfrm>
            <a:off x="5340736" y="2628855"/>
            <a:ext cx="3471300" cy="697500"/>
          </a:xfrm>
          <a:prstGeom prst="roundRect">
            <a:avLst>
              <a:gd fmla="val 7149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5"/>
          <p:cNvSpPr/>
          <p:nvPr/>
        </p:nvSpPr>
        <p:spPr>
          <a:xfrm>
            <a:off x="5300576" y="2583096"/>
            <a:ext cx="3471300" cy="697500"/>
          </a:xfrm>
          <a:prstGeom prst="roundRect">
            <a:avLst>
              <a:gd fmla="val 7149" name="adj"/>
            </a:avLst>
          </a:prstGeom>
          <a:solidFill>
            <a:srgbClr val="B2DEF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B2DEFF"/>
              </a:solidFill>
            </a:endParaRPr>
          </a:p>
        </p:txBody>
      </p:sp>
      <p:sp>
        <p:nvSpPr>
          <p:cNvPr id="184" name="Google Shape;184;p25"/>
          <p:cNvSpPr/>
          <p:nvPr/>
        </p:nvSpPr>
        <p:spPr>
          <a:xfrm>
            <a:off x="5360807" y="3521376"/>
            <a:ext cx="3471300" cy="697500"/>
          </a:xfrm>
          <a:prstGeom prst="roundRect">
            <a:avLst>
              <a:gd fmla="val 7149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5"/>
          <p:cNvSpPr/>
          <p:nvPr/>
        </p:nvSpPr>
        <p:spPr>
          <a:xfrm>
            <a:off x="5320646" y="3475617"/>
            <a:ext cx="3471300" cy="697500"/>
          </a:xfrm>
          <a:prstGeom prst="roundRect">
            <a:avLst>
              <a:gd fmla="val 7149" name="adj"/>
            </a:avLst>
          </a:prstGeom>
          <a:solidFill>
            <a:srgbClr val="B2DEF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B2DEFF"/>
              </a:solidFill>
            </a:endParaRPr>
          </a:p>
        </p:txBody>
      </p:sp>
      <p:sp>
        <p:nvSpPr>
          <p:cNvPr id="186" name="Google Shape;186;p25"/>
          <p:cNvSpPr txBox="1"/>
          <p:nvPr>
            <p:ph idx="3" type="body"/>
          </p:nvPr>
        </p:nvSpPr>
        <p:spPr>
          <a:xfrm>
            <a:off x="5360824" y="1878725"/>
            <a:ext cx="3336900" cy="36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7" name="Google Shape;187;p25"/>
          <p:cNvSpPr txBox="1"/>
          <p:nvPr>
            <p:ph idx="4" type="body"/>
          </p:nvPr>
        </p:nvSpPr>
        <p:spPr>
          <a:xfrm>
            <a:off x="5360824" y="2739406"/>
            <a:ext cx="3336900" cy="36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8" name="Google Shape;188;p25"/>
          <p:cNvSpPr txBox="1"/>
          <p:nvPr>
            <p:ph idx="5" type="body"/>
          </p:nvPr>
        </p:nvSpPr>
        <p:spPr>
          <a:xfrm>
            <a:off x="5360824" y="3633800"/>
            <a:ext cx="3336900" cy="36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point cards - dark">
  <p:cSld name="CUSTOM_5_1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6" title="bg 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5332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6"/>
          <p:cNvSpPr txBox="1"/>
          <p:nvPr>
            <p:ph type="title"/>
          </p:nvPr>
        </p:nvSpPr>
        <p:spPr>
          <a:xfrm>
            <a:off x="311700" y="28626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80C8FF"/>
              </a:buClr>
              <a:buSzPts val="3200"/>
              <a:buNone/>
              <a:defRPr>
                <a:solidFill>
                  <a:srgbClr val="80C8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2" name="Google Shape;192;p26"/>
          <p:cNvSpPr txBox="1"/>
          <p:nvPr>
            <p:ph idx="1" type="subTitle"/>
          </p:nvPr>
        </p:nvSpPr>
        <p:spPr>
          <a:xfrm>
            <a:off x="311700" y="977550"/>
            <a:ext cx="6076500" cy="4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FAFF"/>
              </a:buClr>
              <a:buSzPts val="2000"/>
              <a:buNone/>
              <a:defRPr sz="2000">
                <a:solidFill>
                  <a:srgbClr val="F2FA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26"/>
          <p:cNvSpPr txBox="1"/>
          <p:nvPr>
            <p:ph idx="2" type="body"/>
          </p:nvPr>
        </p:nvSpPr>
        <p:spPr>
          <a:xfrm>
            <a:off x="311700" y="1736325"/>
            <a:ext cx="4336800" cy="175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Inter"/>
              <a:buChar char="●"/>
              <a:defRPr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4" name="Google Shape;194;p26"/>
          <p:cNvSpPr/>
          <p:nvPr/>
        </p:nvSpPr>
        <p:spPr>
          <a:xfrm>
            <a:off x="5360821" y="1782084"/>
            <a:ext cx="3471300" cy="697500"/>
          </a:xfrm>
          <a:prstGeom prst="roundRect">
            <a:avLst>
              <a:gd fmla="val 7149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6"/>
          <p:cNvSpPr/>
          <p:nvPr/>
        </p:nvSpPr>
        <p:spPr>
          <a:xfrm>
            <a:off x="5320660" y="1736325"/>
            <a:ext cx="3471300" cy="697500"/>
          </a:xfrm>
          <a:prstGeom prst="roundRect">
            <a:avLst>
              <a:gd fmla="val 7149" name="adj"/>
            </a:avLst>
          </a:prstGeom>
          <a:solidFill>
            <a:srgbClr val="B2DEF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B2DEFF"/>
              </a:solidFill>
            </a:endParaRPr>
          </a:p>
        </p:txBody>
      </p:sp>
      <p:sp>
        <p:nvSpPr>
          <p:cNvPr id="196" name="Google Shape;196;p26"/>
          <p:cNvSpPr/>
          <p:nvPr/>
        </p:nvSpPr>
        <p:spPr>
          <a:xfrm>
            <a:off x="5340736" y="2628855"/>
            <a:ext cx="3471300" cy="697500"/>
          </a:xfrm>
          <a:prstGeom prst="roundRect">
            <a:avLst>
              <a:gd fmla="val 7149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6"/>
          <p:cNvSpPr/>
          <p:nvPr/>
        </p:nvSpPr>
        <p:spPr>
          <a:xfrm>
            <a:off x="5300576" y="2583096"/>
            <a:ext cx="3471300" cy="697500"/>
          </a:xfrm>
          <a:prstGeom prst="roundRect">
            <a:avLst>
              <a:gd fmla="val 7149" name="adj"/>
            </a:avLst>
          </a:prstGeom>
          <a:solidFill>
            <a:srgbClr val="B2DEF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B2DEFF"/>
              </a:solidFill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5360807" y="3521376"/>
            <a:ext cx="3471300" cy="697500"/>
          </a:xfrm>
          <a:prstGeom prst="roundRect">
            <a:avLst>
              <a:gd fmla="val 7149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6"/>
          <p:cNvSpPr/>
          <p:nvPr/>
        </p:nvSpPr>
        <p:spPr>
          <a:xfrm>
            <a:off x="5320646" y="3475617"/>
            <a:ext cx="3471300" cy="697500"/>
          </a:xfrm>
          <a:prstGeom prst="roundRect">
            <a:avLst>
              <a:gd fmla="val 7149" name="adj"/>
            </a:avLst>
          </a:prstGeom>
          <a:solidFill>
            <a:srgbClr val="B2DEF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B2DEFF"/>
              </a:solidFill>
            </a:endParaRPr>
          </a:p>
        </p:txBody>
      </p:sp>
      <p:sp>
        <p:nvSpPr>
          <p:cNvPr id="200" name="Google Shape;200;p26"/>
          <p:cNvSpPr txBox="1"/>
          <p:nvPr>
            <p:ph idx="3" type="body"/>
          </p:nvPr>
        </p:nvSpPr>
        <p:spPr>
          <a:xfrm>
            <a:off x="5360824" y="1878725"/>
            <a:ext cx="3336900" cy="36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1" name="Google Shape;201;p26"/>
          <p:cNvSpPr txBox="1"/>
          <p:nvPr>
            <p:ph idx="4" type="body"/>
          </p:nvPr>
        </p:nvSpPr>
        <p:spPr>
          <a:xfrm>
            <a:off x="5360824" y="2739406"/>
            <a:ext cx="3336900" cy="36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2" name="Google Shape;202;p26"/>
          <p:cNvSpPr txBox="1"/>
          <p:nvPr>
            <p:ph idx="5" type="body"/>
          </p:nvPr>
        </p:nvSpPr>
        <p:spPr>
          <a:xfrm>
            <a:off x="5360824" y="3633800"/>
            <a:ext cx="3336900" cy="36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eric points - light">
  <p:cSld name="CUSTOM_6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7" title="bg 6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25"/>
            <a:ext cx="9144000" cy="5143476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7"/>
          <p:cNvSpPr txBox="1"/>
          <p:nvPr>
            <p:ph type="title"/>
          </p:nvPr>
        </p:nvSpPr>
        <p:spPr>
          <a:xfrm>
            <a:off x="311700" y="28626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30710"/>
              </a:buClr>
              <a:buSzPts val="3200"/>
              <a:buNone/>
              <a:defRPr>
                <a:solidFill>
                  <a:srgbClr val="03071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6" name="Google Shape;206;p27"/>
          <p:cNvSpPr txBox="1"/>
          <p:nvPr>
            <p:ph idx="1" type="subTitle"/>
          </p:nvPr>
        </p:nvSpPr>
        <p:spPr>
          <a:xfrm>
            <a:off x="1502700" y="1367200"/>
            <a:ext cx="5093400" cy="4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27"/>
          <p:cNvSpPr txBox="1"/>
          <p:nvPr>
            <p:ph idx="2" type="subTitle"/>
          </p:nvPr>
        </p:nvSpPr>
        <p:spPr>
          <a:xfrm>
            <a:off x="1502700" y="1948725"/>
            <a:ext cx="5093400" cy="4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27"/>
          <p:cNvSpPr txBox="1"/>
          <p:nvPr>
            <p:ph idx="3" type="subTitle"/>
          </p:nvPr>
        </p:nvSpPr>
        <p:spPr>
          <a:xfrm>
            <a:off x="1502700" y="2530250"/>
            <a:ext cx="5093400" cy="4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27"/>
          <p:cNvSpPr txBox="1"/>
          <p:nvPr>
            <p:ph idx="4" type="subTitle"/>
          </p:nvPr>
        </p:nvSpPr>
        <p:spPr>
          <a:xfrm>
            <a:off x="1502700" y="3111775"/>
            <a:ext cx="5093400" cy="4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27"/>
          <p:cNvSpPr txBox="1"/>
          <p:nvPr>
            <p:ph idx="5" type="subTitle"/>
          </p:nvPr>
        </p:nvSpPr>
        <p:spPr>
          <a:xfrm>
            <a:off x="1502700" y="3693300"/>
            <a:ext cx="5093400" cy="4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27"/>
          <p:cNvSpPr txBox="1"/>
          <p:nvPr>
            <p:ph idx="6" type="subTitle"/>
          </p:nvPr>
        </p:nvSpPr>
        <p:spPr>
          <a:xfrm>
            <a:off x="311700" y="1367200"/>
            <a:ext cx="1191000" cy="4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6DDD"/>
              </a:buClr>
              <a:buSzPts val="1800"/>
              <a:buNone/>
              <a:defRPr>
                <a:solidFill>
                  <a:srgbClr val="006DD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6DDD"/>
              </a:buClr>
              <a:buSzPts val="1400"/>
              <a:buNone/>
              <a:defRPr>
                <a:solidFill>
                  <a:srgbClr val="006DD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6DDD"/>
              </a:buClr>
              <a:buSzPts val="1400"/>
              <a:buNone/>
              <a:defRPr>
                <a:solidFill>
                  <a:srgbClr val="006DD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6DDD"/>
              </a:buClr>
              <a:buSzPts val="1400"/>
              <a:buNone/>
              <a:defRPr>
                <a:solidFill>
                  <a:srgbClr val="006DD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6DDD"/>
              </a:buClr>
              <a:buSzPts val="1400"/>
              <a:buNone/>
              <a:defRPr>
                <a:solidFill>
                  <a:srgbClr val="006DD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6DDD"/>
              </a:buClr>
              <a:buSzPts val="1400"/>
              <a:buNone/>
              <a:defRPr>
                <a:solidFill>
                  <a:srgbClr val="006DD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6DDD"/>
              </a:buClr>
              <a:buSzPts val="1400"/>
              <a:buNone/>
              <a:defRPr>
                <a:solidFill>
                  <a:srgbClr val="006DD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6DDD"/>
              </a:buClr>
              <a:buSzPts val="1400"/>
              <a:buNone/>
              <a:defRPr>
                <a:solidFill>
                  <a:srgbClr val="006DD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6DDD"/>
              </a:buClr>
              <a:buSzPts val="1400"/>
              <a:buNone/>
              <a:defRPr>
                <a:solidFill>
                  <a:srgbClr val="006DDD"/>
                </a:solidFill>
              </a:defRPr>
            </a:lvl9pPr>
          </a:lstStyle>
          <a:p/>
        </p:txBody>
      </p:sp>
      <p:sp>
        <p:nvSpPr>
          <p:cNvPr id="212" name="Google Shape;212;p27"/>
          <p:cNvSpPr txBox="1"/>
          <p:nvPr>
            <p:ph idx="7" type="subTitle"/>
          </p:nvPr>
        </p:nvSpPr>
        <p:spPr>
          <a:xfrm>
            <a:off x="311700" y="1948725"/>
            <a:ext cx="1191000" cy="4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6DDD"/>
              </a:buClr>
              <a:buSzPts val="1800"/>
              <a:buNone/>
              <a:defRPr>
                <a:solidFill>
                  <a:srgbClr val="006DD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6DDD"/>
              </a:buClr>
              <a:buSzPts val="1400"/>
              <a:buNone/>
              <a:defRPr>
                <a:solidFill>
                  <a:srgbClr val="006DD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6DDD"/>
              </a:buClr>
              <a:buSzPts val="1400"/>
              <a:buNone/>
              <a:defRPr>
                <a:solidFill>
                  <a:srgbClr val="006DD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6DDD"/>
              </a:buClr>
              <a:buSzPts val="1400"/>
              <a:buNone/>
              <a:defRPr>
                <a:solidFill>
                  <a:srgbClr val="006DD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6DDD"/>
              </a:buClr>
              <a:buSzPts val="1400"/>
              <a:buNone/>
              <a:defRPr>
                <a:solidFill>
                  <a:srgbClr val="006DD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6DDD"/>
              </a:buClr>
              <a:buSzPts val="1400"/>
              <a:buNone/>
              <a:defRPr>
                <a:solidFill>
                  <a:srgbClr val="006DD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6DDD"/>
              </a:buClr>
              <a:buSzPts val="1400"/>
              <a:buNone/>
              <a:defRPr>
                <a:solidFill>
                  <a:srgbClr val="006DD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6DDD"/>
              </a:buClr>
              <a:buSzPts val="1400"/>
              <a:buNone/>
              <a:defRPr>
                <a:solidFill>
                  <a:srgbClr val="006DD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6DDD"/>
              </a:buClr>
              <a:buSzPts val="1400"/>
              <a:buNone/>
              <a:defRPr>
                <a:solidFill>
                  <a:srgbClr val="006DDD"/>
                </a:solidFill>
              </a:defRPr>
            </a:lvl9pPr>
          </a:lstStyle>
          <a:p/>
        </p:txBody>
      </p:sp>
      <p:sp>
        <p:nvSpPr>
          <p:cNvPr id="213" name="Google Shape;213;p27"/>
          <p:cNvSpPr txBox="1"/>
          <p:nvPr>
            <p:ph idx="8" type="subTitle"/>
          </p:nvPr>
        </p:nvSpPr>
        <p:spPr>
          <a:xfrm>
            <a:off x="311700" y="2530250"/>
            <a:ext cx="1191000" cy="4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6DDD"/>
              </a:buClr>
              <a:buSzPts val="1800"/>
              <a:buNone/>
              <a:defRPr>
                <a:solidFill>
                  <a:srgbClr val="006DD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6DDD"/>
              </a:buClr>
              <a:buSzPts val="1400"/>
              <a:buNone/>
              <a:defRPr>
                <a:solidFill>
                  <a:srgbClr val="006DDD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6DDD"/>
              </a:buClr>
              <a:buSzPts val="1400"/>
              <a:buNone/>
              <a:defRPr>
                <a:solidFill>
                  <a:srgbClr val="006DDD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6DDD"/>
              </a:buClr>
              <a:buSzPts val="1400"/>
              <a:buNone/>
              <a:defRPr>
                <a:solidFill>
                  <a:srgbClr val="006DDD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6DDD"/>
              </a:buClr>
              <a:buSzPts val="1400"/>
              <a:buNone/>
              <a:defRPr>
                <a:solidFill>
                  <a:srgbClr val="006DDD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6DDD"/>
              </a:buClr>
              <a:buSzPts val="1400"/>
              <a:buNone/>
              <a:defRPr>
                <a:solidFill>
                  <a:srgbClr val="006DDD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6DDD"/>
              </a:buClr>
              <a:buSzPts val="1400"/>
              <a:buNone/>
              <a:defRPr>
                <a:solidFill>
                  <a:srgbClr val="006DDD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6DDD"/>
              </a:buClr>
              <a:buSzPts val="1400"/>
              <a:buNone/>
              <a:defRPr>
                <a:solidFill>
                  <a:srgbClr val="006DDD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6DDD"/>
              </a:buClr>
              <a:buSzPts val="1400"/>
              <a:buNone/>
              <a:defRPr>
                <a:solidFill>
                  <a:srgbClr val="006DDD"/>
                </a:solidFill>
              </a:defRPr>
            </a:lvl9pPr>
          </a:lstStyle>
          <a:p/>
        </p:txBody>
      </p:sp>
      <p:sp>
        <p:nvSpPr>
          <p:cNvPr id="214" name="Google Shape;214;p27"/>
          <p:cNvSpPr txBox="1"/>
          <p:nvPr>
            <p:ph idx="9" type="subTitle"/>
          </p:nvPr>
        </p:nvSpPr>
        <p:spPr>
          <a:xfrm>
            <a:off x="311700" y="3111775"/>
            <a:ext cx="1191000" cy="4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6DDD"/>
              </a:buClr>
              <a:buSzPts val="1800"/>
              <a:buNone/>
              <a:defRPr>
                <a:solidFill>
                  <a:srgbClr val="006DD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6DDD"/>
              </a:buClr>
              <a:buSzPts val="1400"/>
              <a:buNone/>
              <a:defRPr>
                <a:solidFill>
                  <a:srgbClr val="006DDD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6DDD"/>
              </a:buClr>
              <a:buSzPts val="1400"/>
              <a:buNone/>
              <a:defRPr>
                <a:solidFill>
                  <a:srgbClr val="006DDD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6DDD"/>
              </a:buClr>
              <a:buSzPts val="1400"/>
              <a:buNone/>
              <a:defRPr>
                <a:solidFill>
                  <a:srgbClr val="006DDD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6DDD"/>
              </a:buClr>
              <a:buSzPts val="1400"/>
              <a:buNone/>
              <a:defRPr>
                <a:solidFill>
                  <a:srgbClr val="006DDD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6DDD"/>
              </a:buClr>
              <a:buSzPts val="1400"/>
              <a:buNone/>
              <a:defRPr>
                <a:solidFill>
                  <a:srgbClr val="006DDD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6DDD"/>
              </a:buClr>
              <a:buSzPts val="1400"/>
              <a:buNone/>
              <a:defRPr>
                <a:solidFill>
                  <a:srgbClr val="006DDD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6DDD"/>
              </a:buClr>
              <a:buSzPts val="1400"/>
              <a:buNone/>
              <a:defRPr>
                <a:solidFill>
                  <a:srgbClr val="006DDD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6DDD"/>
              </a:buClr>
              <a:buSzPts val="1400"/>
              <a:buNone/>
              <a:defRPr>
                <a:solidFill>
                  <a:srgbClr val="006DDD"/>
                </a:solidFill>
              </a:defRPr>
            </a:lvl9pPr>
          </a:lstStyle>
          <a:p/>
        </p:txBody>
      </p:sp>
      <p:sp>
        <p:nvSpPr>
          <p:cNvPr id="215" name="Google Shape;215;p27"/>
          <p:cNvSpPr txBox="1"/>
          <p:nvPr>
            <p:ph idx="13" type="subTitle"/>
          </p:nvPr>
        </p:nvSpPr>
        <p:spPr>
          <a:xfrm>
            <a:off x="311700" y="3693300"/>
            <a:ext cx="1191000" cy="4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6DDD"/>
              </a:buClr>
              <a:buSzPts val="1800"/>
              <a:buNone/>
              <a:defRPr>
                <a:solidFill>
                  <a:srgbClr val="006DD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6DDD"/>
              </a:buClr>
              <a:buSzPts val="1400"/>
              <a:buNone/>
              <a:defRPr>
                <a:solidFill>
                  <a:srgbClr val="006DDD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6DDD"/>
              </a:buClr>
              <a:buSzPts val="1400"/>
              <a:buNone/>
              <a:defRPr>
                <a:solidFill>
                  <a:srgbClr val="006DDD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6DDD"/>
              </a:buClr>
              <a:buSzPts val="1400"/>
              <a:buNone/>
              <a:defRPr>
                <a:solidFill>
                  <a:srgbClr val="006DDD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6DDD"/>
              </a:buClr>
              <a:buSzPts val="1400"/>
              <a:buNone/>
              <a:defRPr>
                <a:solidFill>
                  <a:srgbClr val="006DDD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6DDD"/>
              </a:buClr>
              <a:buSzPts val="1400"/>
              <a:buNone/>
              <a:defRPr>
                <a:solidFill>
                  <a:srgbClr val="006DDD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6DDD"/>
              </a:buClr>
              <a:buSzPts val="1400"/>
              <a:buNone/>
              <a:defRPr>
                <a:solidFill>
                  <a:srgbClr val="006DDD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6DDD"/>
              </a:buClr>
              <a:buSzPts val="1400"/>
              <a:buNone/>
              <a:defRPr>
                <a:solidFill>
                  <a:srgbClr val="006DDD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6DDD"/>
              </a:buClr>
              <a:buSzPts val="1400"/>
              <a:buNone/>
              <a:defRPr>
                <a:solidFill>
                  <a:srgbClr val="006DDD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eric points - dark">
  <p:cSld name="CUSTOM_6_1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8" title="bg 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5332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8"/>
          <p:cNvSpPr txBox="1"/>
          <p:nvPr>
            <p:ph type="title"/>
          </p:nvPr>
        </p:nvSpPr>
        <p:spPr>
          <a:xfrm>
            <a:off x="311700" y="28626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80C8FF"/>
              </a:buClr>
              <a:buSzPts val="3200"/>
              <a:buNone/>
              <a:defRPr>
                <a:solidFill>
                  <a:srgbClr val="80C8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9" name="Google Shape;219;p28"/>
          <p:cNvSpPr txBox="1"/>
          <p:nvPr>
            <p:ph idx="1" type="subTitle"/>
          </p:nvPr>
        </p:nvSpPr>
        <p:spPr>
          <a:xfrm>
            <a:off x="1502700" y="1367200"/>
            <a:ext cx="5093400" cy="4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>
                <a:solidFill>
                  <a:srgbClr val="D9D9D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220" name="Google Shape;220;p28"/>
          <p:cNvSpPr txBox="1"/>
          <p:nvPr>
            <p:ph idx="2" type="subTitle"/>
          </p:nvPr>
        </p:nvSpPr>
        <p:spPr>
          <a:xfrm>
            <a:off x="1502700" y="1948725"/>
            <a:ext cx="5093400" cy="4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>
                <a:solidFill>
                  <a:srgbClr val="D9D9D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221" name="Google Shape;221;p28"/>
          <p:cNvSpPr txBox="1"/>
          <p:nvPr>
            <p:ph idx="3" type="subTitle"/>
          </p:nvPr>
        </p:nvSpPr>
        <p:spPr>
          <a:xfrm>
            <a:off x="1502700" y="2530250"/>
            <a:ext cx="5093400" cy="4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>
                <a:solidFill>
                  <a:srgbClr val="D9D9D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222" name="Google Shape;222;p28"/>
          <p:cNvSpPr txBox="1"/>
          <p:nvPr>
            <p:ph idx="4" type="subTitle"/>
          </p:nvPr>
        </p:nvSpPr>
        <p:spPr>
          <a:xfrm>
            <a:off x="1502700" y="3111775"/>
            <a:ext cx="5093400" cy="4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>
                <a:solidFill>
                  <a:srgbClr val="D9D9D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223" name="Google Shape;223;p28"/>
          <p:cNvSpPr txBox="1"/>
          <p:nvPr>
            <p:ph idx="5" type="subTitle"/>
          </p:nvPr>
        </p:nvSpPr>
        <p:spPr>
          <a:xfrm>
            <a:off x="1502700" y="3693300"/>
            <a:ext cx="5093400" cy="4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>
                <a:solidFill>
                  <a:srgbClr val="D9D9D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224" name="Google Shape;224;p28"/>
          <p:cNvSpPr txBox="1"/>
          <p:nvPr>
            <p:ph idx="6" type="subTitle"/>
          </p:nvPr>
        </p:nvSpPr>
        <p:spPr>
          <a:xfrm>
            <a:off x="311700" y="1367200"/>
            <a:ext cx="1191000" cy="4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800"/>
              <a:buNone/>
              <a:defRPr>
                <a:solidFill>
                  <a:srgbClr val="7FC8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400"/>
              <a:buNone/>
              <a:defRPr>
                <a:solidFill>
                  <a:srgbClr val="7FC8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400"/>
              <a:buNone/>
              <a:defRPr>
                <a:solidFill>
                  <a:srgbClr val="7FC8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400"/>
              <a:buNone/>
              <a:defRPr>
                <a:solidFill>
                  <a:srgbClr val="7FC8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400"/>
              <a:buNone/>
              <a:defRPr>
                <a:solidFill>
                  <a:srgbClr val="7FC8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400"/>
              <a:buNone/>
              <a:defRPr>
                <a:solidFill>
                  <a:srgbClr val="7FC8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400"/>
              <a:buNone/>
              <a:defRPr>
                <a:solidFill>
                  <a:srgbClr val="7FC8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400"/>
              <a:buNone/>
              <a:defRPr>
                <a:solidFill>
                  <a:srgbClr val="7FC8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400"/>
              <a:buNone/>
              <a:defRPr>
                <a:solidFill>
                  <a:srgbClr val="7FC8FF"/>
                </a:solidFill>
              </a:defRPr>
            </a:lvl9pPr>
          </a:lstStyle>
          <a:p/>
        </p:txBody>
      </p:sp>
      <p:sp>
        <p:nvSpPr>
          <p:cNvPr id="225" name="Google Shape;225;p28"/>
          <p:cNvSpPr txBox="1"/>
          <p:nvPr>
            <p:ph idx="7" type="subTitle"/>
          </p:nvPr>
        </p:nvSpPr>
        <p:spPr>
          <a:xfrm>
            <a:off x="311700" y="1948725"/>
            <a:ext cx="1191000" cy="4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800"/>
              <a:buNone/>
              <a:defRPr>
                <a:solidFill>
                  <a:srgbClr val="7FC8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400"/>
              <a:buNone/>
              <a:defRPr>
                <a:solidFill>
                  <a:srgbClr val="7FC8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400"/>
              <a:buNone/>
              <a:defRPr>
                <a:solidFill>
                  <a:srgbClr val="7FC8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400"/>
              <a:buNone/>
              <a:defRPr>
                <a:solidFill>
                  <a:srgbClr val="7FC8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400"/>
              <a:buNone/>
              <a:defRPr>
                <a:solidFill>
                  <a:srgbClr val="7FC8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400"/>
              <a:buNone/>
              <a:defRPr>
                <a:solidFill>
                  <a:srgbClr val="7FC8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400"/>
              <a:buNone/>
              <a:defRPr>
                <a:solidFill>
                  <a:srgbClr val="7FC8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400"/>
              <a:buNone/>
              <a:defRPr>
                <a:solidFill>
                  <a:srgbClr val="7FC8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400"/>
              <a:buNone/>
              <a:defRPr>
                <a:solidFill>
                  <a:srgbClr val="7FC8FF"/>
                </a:solidFill>
              </a:defRPr>
            </a:lvl9pPr>
          </a:lstStyle>
          <a:p/>
        </p:txBody>
      </p:sp>
      <p:sp>
        <p:nvSpPr>
          <p:cNvPr id="226" name="Google Shape;226;p28"/>
          <p:cNvSpPr txBox="1"/>
          <p:nvPr>
            <p:ph idx="8" type="subTitle"/>
          </p:nvPr>
        </p:nvSpPr>
        <p:spPr>
          <a:xfrm>
            <a:off x="311700" y="2530250"/>
            <a:ext cx="1191000" cy="4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800"/>
              <a:buNone/>
              <a:defRPr>
                <a:solidFill>
                  <a:srgbClr val="7FC8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400"/>
              <a:buNone/>
              <a:defRPr>
                <a:solidFill>
                  <a:srgbClr val="7FC8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400"/>
              <a:buNone/>
              <a:defRPr>
                <a:solidFill>
                  <a:srgbClr val="7FC8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400"/>
              <a:buNone/>
              <a:defRPr>
                <a:solidFill>
                  <a:srgbClr val="7FC8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400"/>
              <a:buNone/>
              <a:defRPr>
                <a:solidFill>
                  <a:srgbClr val="7FC8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400"/>
              <a:buNone/>
              <a:defRPr>
                <a:solidFill>
                  <a:srgbClr val="7FC8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400"/>
              <a:buNone/>
              <a:defRPr>
                <a:solidFill>
                  <a:srgbClr val="7FC8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400"/>
              <a:buNone/>
              <a:defRPr>
                <a:solidFill>
                  <a:srgbClr val="7FC8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400"/>
              <a:buNone/>
              <a:defRPr>
                <a:solidFill>
                  <a:srgbClr val="7FC8FF"/>
                </a:solidFill>
              </a:defRPr>
            </a:lvl9pPr>
          </a:lstStyle>
          <a:p/>
        </p:txBody>
      </p:sp>
      <p:sp>
        <p:nvSpPr>
          <p:cNvPr id="227" name="Google Shape;227;p28"/>
          <p:cNvSpPr txBox="1"/>
          <p:nvPr>
            <p:ph idx="9" type="subTitle"/>
          </p:nvPr>
        </p:nvSpPr>
        <p:spPr>
          <a:xfrm>
            <a:off x="311700" y="3111775"/>
            <a:ext cx="1191000" cy="4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800"/>
              <a:buNone/>
              <a:defRPr>
                <a:solidFill>
                  <a:srgbClr val="7FC8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400"/>
              <a:buNone/>
              <a:defRPr>
                <a:solidFill>
                  <a:srgbClr val="7FC8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400"/>
              <a:buNone/>
              <a:defRPr>
                <a:solidFill>
                  <a:srgbClr val="7FC8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400"/>
              <a:buNone/>
              <a:defRPr>
                <a:solidFill>
                  <a:srgbClr val="7FC8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400"/>
              <a:buNone/>
              <a:defRPr>
                <a:solidFill>
                  <a:srgbClr val="7FC8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400"/>
              <a:buNone/>
              <a:defRPr>
                <a:solidFill>
                  <a:srgbClr val="7FC8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400"/>
              <a:buNone/>
              <a:defRPr>
                <a:solidFill>
                  <a:srgbClr val="7FC8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400"/>
              <a:buNone/>
              <a:defRPr>
                <a:solidFill>
                  <a:srgbClr val="7FC8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400"/>
              <a:buNone/>
              <a:defRPr>
                <a:solidFill>
                  <a:srgbClr val="7FC8FF"/>
                </a:solidFill>
              </a:defRPr>
            </a:lvl9pPr>
          </a:lstStyle>
          <a:p/>
        </p:txBody>
      </p:sp>
      <p:sp>
        <p:nvSpPr>
          <p:cNvPr id="228" name="Google Shape;228;p28"/>
          <p:cNvSpPr txBox="1"/>
          <p:nvPr>
            <p:ph idx="13" type="subTitle"/>
          </p:nvPr>
        </p:nvSpPr>
        <p:spPr>
          <a:xfrm>
            <a:off x="311700" y="3693300"/>
            <a:ext cx="1191000" cy="4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800"/>
              <a:buNone/>
              <a:defRPr>
                <a:solidFill>
                  <a:srgbClr val="7FC8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400"/>
              <a:buNone/>
              <a:defRPr>
                <a:solidFill>
                  <a:srgbClr val="7FC8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400"/>
              <a:buNone/>
              <a:defRPr>
                <a:solidFill>
                  <a:srgbClr val="7FC8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400"/>
              <a:buNone/>
              <a:defRPr>
                <a:solidFill>
                  <a:srgbClr val="7FC8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400"/>
              <a:buNone/>
              <a:defRPr>
                <a:solidFill>
                  <a:srgbClr val="7FC8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400"/>
              <a:buNone/>
              <a:defRPr>
                <a:solidFill>
                  <a:srgbClr val="7FC8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400"/>
              <a:buNone/>
              <a:defRPr>
                <a:solidFill>
                  <a:srgbClr val="7FC8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400"/>
              <a:buNone/>
              <a:defRPr>
                <a:solidFill>
                  <a:srgbClr val="7FC8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400"/>
              <a:buNone/>
              <a:defRPr>
                <a:solidFill>
                  <a:srgbClr val="7FC8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light">
  <p:cSld name="SECTION_TITLE_AND_DESCRIPTION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9" title="bg 15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9"/>
          <p:cNvSpPr txBox="1"/>
          <p:nvPr>
            <p:ph type="title"/>
          </p:nvPr>
        </p:nvSpPr>
        <p:spPr>
          <a:xfrm>
            <a:off x="37265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30710"/>
              </a:buClr>
              <a:buSzPts val="4200"/>
              <a:buNone/>
              <a:defRPr sz="4200">
                <a:solidFill>
                  <a:srgbClr val="030710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32" name="Google Shape;232;p29"/>
          <p:cNvSpPr txBox="1"/>
          <p:nvPr>
            <p:ph idx="1" type="subTitle"/>
          </p:nvPr>
        </p:nvSpPr>
        <p:spPr>
          <a:xfrm>
            <a:off x="37265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00"/>
              <a:buNone/>
              <a:defRPr sz="2100">
                <a:solidFill>
                  <a:srgbClr val="43434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33" name="Google Shape;233;p2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  <a:defRPr>
                <a:solidFill>
                  <a:srgbClr val="434343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dark">
  <p:cSld name="SECTION_TITLE_AND_DESCRIPTION_1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30" title="bg 14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0"/>
          <p:cNvSpPr txBox="1"/>
          <p:nvPr>
            <p:ph type="title"/>
          </p:nvPr>
        </p:nvSpPr>
        <p:spPr>
          <a:xfrm>
            <a:off x="37265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80C8FF"/>
              </a:buClr>
              <a:buSzPts val="4200"/>
              <a:buNone/>
              <a:defRPr sz="4200">
                <a:solidFill>
                  <a:srgbClr val="80C8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37" name="Google Shape;237;p30"/>
          <p:cNvSpPr txBox="1"/>
          <p:nvPr>
            <p:ph idx="1" type="subTitle"/>
          </p:nvPr>
        </p:nvSpPr>
        <p:spPr>
          <a:xfrm>
            <a:off x="37265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AFF"/>
              </a:buClr>
              <a:buSzPts val="2100"/>
              <a:buNone/>
              <a:defRPr sz="2100">
                <a:solidFill>
                  <a:srgbClr val="F2FA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38" name="Google Shape;238;p3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Char char="●"/>
              <a:defRPr>
                <a:solidFill>
                  <a:srgbClr val="D9D9D9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  <a:defRPr>
                <a:solidFill>
                  <a:srgbClr val="CCCCCC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■"/>
              <a:defRPr>
                <a:solidFill>
                  <a:srgbClr val="CCCCCC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●"/>
              <a:defRPr>
                <a:solidFill>
                  <a:srgbClr val="CCCCCC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  <a:defRPr>
                <a:solidFill>
                  <a:srgbClr val="CCCCCC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■"/>
              <a:defRPr>
                <a:solidFill>
                  <a:srgbClr val="CCCCCC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●"/>
              <a:defRPr>
                <a:solidFill>
                  <a:srgbClr val="CCCCCC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  <a:defRPr>
                <a:solidFill>
                  <a:srgbClr val="CCCCCC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■"/>
              <a:defRPr>
                <a:solidFill>
                  <a:srgbClr val="CCCCCC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sert image 1 - light">
  <p:cSld name="CUSTOM_9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31" title="bg 13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1"/>
          <p:cNvSpPr/>
          <p:nvPr>
            <p:ph idx="2" type="pic"/>
          </p:nvPr>
        </p:nvSpPr>
        <p:spPr>
          <a:xfrm>
            <a:off x="466950" y="1089250"/>
            <a:ext cx="8210100" cy="3609900"/>
          </a:xfrm>
          <a:prstGeom prst="roundRect">
            <a:avLst>
              <a:gd fmla="val 4301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sert image 1 - dark">
  <p:cSld name="CUSTOM_9_1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32" title="bg 12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32"/>
          <p:cNvSpPr/>
          <p:nvPr>
            <p:ph idx="2" type="pic"/>
          </p:nvPr>
        </p:nvSpPr>
        <p:spPr>
          <a:xfrm>
            <a:off x="466950" y="1089250"/>
            <a:ext cx="8210100" cy="3609900"/>
          </a:xfrm>
          <a:prstGeom prst="roundRect">
            <a:avLst>
              <a:gd fmla="val 4301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- light">
  <p:cSld name="CAPTION_ONLY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33" title="bg 6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4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Mono Medium"/>
              <a:buNone/>
              <a:defRPr>
                <a:latin typeface="IBM Plex Mono Medium"/>
                <a:ea typeface="IBM Plex Mono Medium"/>
                <a:cs typeface="IBM Plex Mono Medium"/>
                <a:sym typeface="IBM Plex Mono Medium"/>
              </a:defRPr>
            </a:lvl1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- dark">
  <p:cSld name="CAPTION_ONLY_1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34" title="bg 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C8FF"/>
              </a:buClr>
              <a:buSzPts val="1800"/>
              <a:buFont typeface="IBM Plex Mono Medium"/>
              <a:buNone/>
              <a:defRPr>
                <a:solidFill>
                  <a:srgbClr val="80C8FF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defRPr>
            </a:lvl1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light">
  <p:cSld name="CUSTOM_7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35" title="bg 6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25"/>
            <a:ext cx="9144000" cy="5143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dark">
  <p:cSld name="CUSTOM_7_1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36" title="bg 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s - light">
  <p:cSld name="BIG_NUMBER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37" title="bg 16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3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6DDD"/>
              </a:buClr>
              <a:buSzPts val="12000"/>
              <a:buNone/>
              <a:defRPr sz="12000">
                <a:solidFill>
                  <a:srgbClr val="006DDD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80C8FF"/>
              </a:buClr>
              <a:buSzPts val="12000"/>
              <a:buNone/>
              <a:defRPr sz="12000">
                <a:solidFill>
                  <a:srgbClr val="80C8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80C8FF"/>
              </a:buClr>
              <a:buSzPts val="12000"/>
              <a:buNone/>
              <a:defRPr sz="12000">
                <a:solidFill>
                  <a:srgbClr val="80C8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80C8FF"/>
              </a:buClr>
              <a:buSzPts val="12000"/>
              <a:buNone/>
              <a:defRPr sz="12000">
                <a:solidFill>
                  <a:srgbClr val="80C8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80C8FF"/>
              </a:buClr>
              <a:buSzPts val="12000"/>
              <a:buNone/>
              <a:defRPr sz="12000">
                <a:solidFill>
                  <a:srgbClr val="80C8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80C8FF"/>
              </a:buClr>
              <a:buSzPts val="12000"/>
              <a:buNone/>
              <a:defRPr sz="12000">
                <a:solidFill>
                  <a:srgbClr val="80C8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80C8FF"/>
              </a:buClr>
              <a:buSzPts val="12000"/>
              <a:buNone/>
              <a:defRPr sz="12000">
                <a:solidFill>
                  <a:srgbClr val="80C8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80C8FF"/>
              </a:buClr>
              <a:buSzPts val="12000"/>
              <a:buNone/>
              <a:defRPr sz="12000">
                <a:solidFill>
                  <a:srgbClr val="80C8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80C8FF"/>
              </a:buClr>
              <a:buSzPts val="12000"/>
              <a:buNone/>
              <a:defRPr sz="12000">
                <a:solidFill>
                  <a:srgbClr val="80C8FF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58" name="Google Shape;258;p3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  <a:defRPr>
                <a:solidFill>
                  <a:srgbClr val="434343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s - dark">
  <p:cSld name="BIG_NUMBER_1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38" title="bg 1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0C8FF"/>
              </a:buClr>
              <a:buSzPts val="12000"/>
              <a:buNone/>
              <a:defRPr sz="12000">
                <a:solidFill>
                  <a:srgbClr val="80C8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62" name="Google Shape;262;p3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Char char="●"/>
              <a:defRPr>
                <a:solidFill>
                  <a:srgbClr val="CCCCCC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card - light">
  <p:cSld name="CUSTOM_10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39" title="bg 19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39" title="LangChain_Lockup_DarkBlu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834951"/>
            <a:ext cx="2233800" cy="412275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9"/>
          <p:cNvSpPr txBox="1"/>
          <p:nvPr>
            <p:ph type="title"/>
          </p:nvPr>
        </p:nvSpPr>
        <p:spPr>
          <a:xfrm>
            <a:off x="311700" y="1425635"/>
            <a:ext cx="5446500" cy="6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7" name="Google Shape;267;p39"/>
          <p:cNvSpPr txBox="1"/>
          <p:nvPr>
            <p:ph idx="1" type="subTitle"/>
          </p:nvPr>
        </p:nvSpPr>
        <p:spPr>
          <a:xfrm>
            <a:off x="311700" y="2080217"/>
            <a:ext cx="4445100" cy="41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p39"/>
          <p:cNvSpPr/>
          <p:nvPr>
            <p:ph idx="2" type="pic"/>
          </p:nvPr>
        </p:nvSpPr>
        <p:spPr>
          <a:xfrm>
            <a:off x="311700" y="2971400"/>
            <a:ext cx="1306500" cy="412200"/>
          </a:xfrm>
          <a:prstGeom prst="rect">
            <a:avLst/>
          </a:prstGeom>
          <a:noFill/>
          <a:ln>
            <a:noFill/>
          </a:ln>
        </p:spPr>
      </p:sp>
      <p:sp>
        <p:nvSpPr>
          <p:cNvPr id="269" name="Google Shape;269;p39"/>
          <p:cNvSpPr/>
          <p:nvPr>
            <p:ph idx="3" type="pic"/>
          </p:nvPr>
        </p:nvSpPr>
        <p:spPr>
          <a:xfrm>
            <a:off x="1881000" y="2971400"/>
            <a:ext cx="1306500" cy="412200"/>
          </a:xfrm>
          <a:prstGeom prst="rect">
            <a:avLst/>
          </a:prstGeom>
          <a:noFill/>
          <a:ln>
            <a:noFill/>
          </a:ln>
        </p:spPr>
      </p:sp>
      <p:sp>
        <p:nvSpPr>
          <p:cNvPr id="270" name="Google Shape;270;p39"/>
          <p:cNvSpPr/>
          <p:nvPr>
            <p:ph idx="4" type="pic"/>
          </p:nvPr>
        </p:nvSpPr>
        <p:spPr>
          <a:xfrm>
            <a:off x="3450300" y="2971400"/>
            <a:ext cx="1306500" cy="412200"/>
          </a:xfrm>
          <a:prstGeom prst="rect">
            <a:avLst/>
          </a:prstGeom>
          <a:noFill/>
          <a:ln>
            <a:noFill/>
          </a:ln>
        </p:spPr>
      </p:sp>
      <p:sp>
        <p:nvSpPr>
          <p:cNvPr id="271" name="Google Shape;271;p39"/>
          <p:cNvSpPr/>
          <p:nvPr>
            <p:ph idx="5" type="pic"/>
          </p:nvPr>
        </p:nvSpPr>
        <p:spPr>
          <a:xfrm>
            <a:off x="5019600" y="2971400"/>
            <a:ext cx="1306500" cy="412200"/>
          </a:xfrm>
          <a:prstGeom prst="rect">
            <a:avLst/>
          </a:prstGeom>
          <a:noFill/>
          <a:ln>
            <a:noFill/>
          </a:ln>
        </p:spPr>
      </p:sp>
      <p:sp>
        <p:nvSpPr>
          <p:cNvPr id="272" name="Google Shape;272;p39"/>
          <p:cNvSpPr/>
          <p:nvPr>
            <p:ph idx="6" type="pic"/>
          </p:nvPr>
        </p:nvSpPr>
        <p:spPr>
          <a:xfrm>
            <a:off x="311700" y="3602950"/>
            <a:ext cx="1306500" cy="412200"/>
          </a:xfrm>
          <a:prstGeom prst="rect">
            <a:avLst/>
          </a:prstGeom>
          <a:noFill/>
          <a:ln>
            <a:noFill/>
          </a:ln>
        </p:spPr>
      </p:sp>
      <p:sp>
        <p:nvSpPr>
          <p:cNvPr id="273" name="Google Shape;273;p39"/>
          <p:cNvSpPr/>
          <p:nvPr>
            <p:ph idx="7" type="pic"/>
          </p:nvPr>
        </p:nvSpPr>
        <p:spPr>
          <a:xfrm>
            <a:off x="1881000" y="3602950"/>
            <a:ext cx="1306500" cy="412200"/>
          </a:xfrm>
          <a:prstGeom prst="rect">
            <a:avLst/>
          </a:prstGeom>
          <a:noFill/>
          <a:ln>
            <a:noFill/>
          </a:ln>
        </p:spPr>
      </p:sp>
      <p:sp>
        <p:nvSpPr>
          <p:cNvPr id="274" name="Google Shape;274;p39"/>
          <p:cNvSpPr/>
          <p:nvPr>
            <p:ph idx="8" type="pic"/>
          </p:nvPr>
        </p:nvSpPr>
        <p:spPr>
          <a:xfrm>
            <a:off x="3450300" y="3602950"/>
            <a:ext cx="1306500" cy="412200"/>
          </a:xfrm>
          <a:prstGeom prst="rect">
            <a:avLst/>
          </a:prstGeom>
          <a:noFill/>
          <a:ln>
            <a:noFill/>
          </a:ln>
        </p:spPr>
      </p:sp>
      <p:sp>
        <p:nvSpPr>
          <p:cNvPr id="275" name="Google Shape;275;p39"/>
          <p:cNvSpPr/>
          <p:nvPr>
            <p:ph idx="9" type="pic"/>
          </p:nvPr>
        </p:nvSpPr>
        <p:spPr>
          <a:xfrm>
            <a:off x="5019600" y="3602950"/>
            <a:ext cx="1306500" cy="412200"/>
          </a:xfrm>
          <a:prstGeom prst="rect">
            <a:avLst/>
          </a:prstGeom>
          <a:noFill/>
          <a:ln>
            <a:noFill/>
          </a:ln>
        </p:spPr>
      </p:sp>
      <p:sp>
        <p:nvSpPr>
          <p:cNvPr id="276" name="Google Shape;276;p39"/>
          <p:cNvSpPr/>
          <p:nvPr>
            <p:ph idx="13" type="pic"/>
          </p:nvPr>
        </p:nvSpPr>
        <p:spPr>
          <a:xfrm>
            <a:off x="311700" y="4234500"/>
            <a:ext cx="1306500" cy="412200"/>
          </a:xfrm>
          <a:prstGeom prst="rect">
            <a:avLst/>
          </a:prstGeom>
          <a:noFill/>
          <a:ln>
            <a:noFill/>
          </a:ln>
        </p:spPr>
      </p:sp>
      <p:sp>
        <p:nvSpPr>
          <p:cNvPr id="277" name="Google Shape;277;p39"/>
          <p:cNvSpPr/>
          <p:nvPr>
            <p:ph idx="14" type="pic"/>
          </p:nvPr>
        </p:nvSpPr>
        <p:spPr>
          <a:xfrm>
            <a:off x="1881000" y="4234500"/>
            <a:ext cx="1306500" cy="412200"/>
          </a:xfrm>
          <a:prstGeom prst="rect">
            <a:avLst/>
          </a:prstGeom>
          <a:noFill/>
          <a:ln>
            <a:noFill/>
          </a:ln>
        </p:spPr>
      </p:sp>
      <p:sp>
        <p:nvSpPr>
          <p:cNvPr id="278" name="Google Shape;278;p39"/>
          <p:cNvSpPr/>
          <p:nvPr>
            <p:ph idx="15" type="pic"/>
          </p:nvPr>
        </p:nvSpPr>
        <p:spPr>
          <a:xfrm>
            <a:off x="3450300" y="4234500"/>
            <a:ext cx="1306500" cy="412200"/>
          </a:xfrm>
          <a:prstGeom prst="rect">
            <a:avLst/>
          </a:prstGeom>
          <a:noFill/>
          <a:ln>
            <a:noFill/>
          </a:ln>
        </p:spPr>
      </p:sp>
      <p:sp>
        <p:nvSpPr>
          <p:cNvPr id="279" name="Google Shape;279;p39"/>
          <p:cNvSpPr/>
          <p:nvPr>
            <p:ph idx="16" type="pic"/>
          </p:nvPr>
        </p:nvSpPr>
        <p:spPr>
          <a:xfrm>
            <a:off x="5019600" y="4234500"/>
            <a:ext cx="1306500" cy="412200"/>
          </a:xfrm>
          <a:prstGeom prst="rect">
            <a:avLst/>
          </a:prstGeom>
          <a:noFill/>
          <a:ln>
            <a:noFill/>
          </a:ln>
        </p:spPr>
      </p:sp>
      <p:sp>
        <p:nvSpPr>
          <p:cNvPr id="280" name="Google Shape;280;p39"/>
          <p:cNvSpPr/>
          <p:nvPr>
            <p:ph idx="17" type="pic"/>
          </p:nvPr>
        </p:nvSpPr>
        <p:spPr>
          <a:xfrm>
            <a:off x="6588900" y="4234500"/>
            <a:ext cx="1306500" cy="412200"/>
          </a:xfrm>
          <a:prstGeom prst="rect">
            <a:avLst/>
          </a:prstGeom>
          <a:noFill/>
          <a:ln>
            <a:noFill/>
          </a:ln>
        </p:spPr>
      </p:sp>
      <p:sp>
        <p:nvSpPr>
          <p:cNvPr id="281" name="Google Shape;281;p39"/>
          <p:cNvSpPr/>
          <p:nvPr>
            <p:ph idx="18" type="pic"/>
          </p:nvPr>
        </p:nvSpPr>
        <p:spPr>
          <a:xfrm>
            <a:off x="6588900" y="3602950"/>
            <a:ext cx="1306500" cy="412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card - dark">
  <p:cSld name="CUSTOM_10_1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40" title="bg 20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40" title="LangChain_Lockup_LightBlu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834951"/>
            <a:ext cx="2233800" cy="412275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40"/>
          <p:cNvSpPr txBox="1"/>
          <p:nvPr>
            <p:ph type="title"/>
          </p:nvPr>
        </p:nvSpPr>
        <p:spPr>
          <a:xfrm>
            <a:off x="311700" y="1425635"/>
            <a:ext cx="5446500" cy="6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80C8FF"/>
              </a:buClr>
              <a:buSzPts val="3200"/>
              <a:buNone/>
              <a:defRPr>
                <a:solidFill>
                  <a:srgbClr val="80C8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6" name="Google Shape;286;p40"/>
          <p:cNvSpPr txBox="1"/>
          <p:nvPr>
            <p:ph idx="1" type="subTitle"/>
          </p:nvPr>
        </p:nvSpPr>
        <p:spPr>
          <a:xfrm>
            <a:off x="311700" y="2080225"/>
            <a:ext cx="5446500" cy="41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None/>
              <a:defRPr>
                <a:solidFill>
                  <a:srgbClr val="CCCCC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None/>
              <a:defRPr>
                <a:solidFill>
                  <a:srgbClr val="CCCCCC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None/>
              <a:defRPr>
                <a:solidFill>
                  <a:srgbClr val="CCCCCC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None/>
              <a:defRPr>
                <a:solidFill>
                  <a:srgbClr val="CCCCCC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None/>
              <a:defRPr>
                <a:solidFill>
                  <a:srgbClr val="CCCCCC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None/>
              <a:defRPr>
                <a:solidFill>
                  <a:srgbClr val="CCCCCC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None/>
              <a:defRPr>
                <a:solidFill>
                  <a:srgbClr val="CCCCCC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None/>
              <a:defRPr>
                <a:solidFill>
                  <a:srgbClr val="CCCCCC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None/>
              <a:defRPr>
                <a:solidFill>
                  <a:srgbClr val="CCCCCC"/>
                </a:solidFill>
              </a:defRPr>
            </a:lvl9pPr>
          </a:lstStyle>
          <a:p/>
        </p:txBody>
      </p:sp>
      <p:sp>
        <p:nvSpPr>
          <p:cNvPr id="287" name="Google Shape;287;p40"/>
          <p:cNvSpPr/>
          <p:nvPr>
            <p:ph idx="2" type="pic"/>
          </p:nvPr>
        </p:nvSpPr>
        <p:spPr>
          <a:xfrm>
            <a:off x="311700" y="2971400"/>
            <a:ext cx="1306500" cy="412200"/>
          </a:xfrm>
          <a:prstGeom prst="rect">
            <a:avLst/>
          </a:prstGeom>
          <a:noFill/>
          <a:ln>
            <a:noFill/>
          </a:ln>
        </p:spPr>
      </p:sp>
      <p:sp>
        <p:nvSpPr>
          <p:cNvPr id="288" name="Google Shape;288;p40"/>
          <p:cNvSpPr/>
          <p:nvPr>
            <p:ph idx="3" type="pic"/>
          </p:nvPr>
        </p:nvSpPr>
        <p:spPr>
          <a:xfrm>
            <a:off x="1881000" y="2971400"/>
            <a:ext cx="1306500" cy="412200"/>
          </a:xfrm>
          <a:prstGeom prst="rect">
            <a:avLst/>
          </a:prstGeom>
          <a:noFill/>
          <a:ln>
            <a:noFill/>
          </a:ln>
        </p:spPr>
      </p:sp>
      <p:sp>
        <p:nvSpPr>
          <p:cNvPr id="289" name="Google Shape;289;p40"/>
          <p:cNvSpPr/>
          <p:nvPr>
            <p:ph idx="4" type="pic"/>
          </p:nvPr>
        </p:nvSpPr>
        <p:spPr>
          <a:xfrm>
            <a:off x="3450300" y="2971400"/>
            <a:ext cx="1306500" cy="412200"/>
          </a:xfrm>
          <a:prstGeom prst="rect">
            <a:avLst/>
          </a:prstGeom>
          <a:noFill/>
          <a:ln>
            <a:noFill/>
          </a:ln>
        </p:spPr>
      </p:sp>
      <p:sp>
        <p:nvSpPr>
          <p:cNvPr id="290" name="Google Shape;290;p40"/>
          <p:cNvSpPr/>
          <p:nvPr>
            <p:ph idx="5" type="pic"/>
          </p:nvPr>
        </p:nvSpPr>
        <p:spPr>
          <a:xfrm>
            <a:off x="5019600" y="2971400"/>
            <a:ext cx="1306500" cy="412200"/>
          </a:xfrm>
          <a:prstGeom prst="rect">
            <a:avLst/>
          </a:prstGeom>
          <a:noFill/>
          <a:ln>
            <a:noFill/>
          </a:ln>
        </p:spPr>
      </p:sp>
      <p:sp>
        <p:nvSpPr>
          <p:cNvPr id="291" name="Google Shape;291;p40"/>
          <p:cNvSpPr/>
          <p:nvPr>
            <p:ph idx="6" type="pic"/>
          </p:nvPr>
        </p:nvSpPr>
        <p:spPr>
          <a:xfrm>
            <a:off x="311700" y="3602950"/>
            <a:ext cx="1306500" cy="412200"/>
          </a:xfrm>
          <a:prstGeom prst="rect">
            <a:avLst/>
          </a:prstGeom>
          <a:noFill/>
          <a:ln>
            <a:noFill/>
          </a:ln>
        </p:spPr>
      </p:sp>
      <p:sp>
        <p:nvSpPr>
          <p:cNvPr id="292" name="Google Shape;292;p40"/>
          <p:cNvSpPr/>
          <p:nvPr>
            <p:ph idx="7" type="pic"/>
          </p:nvPr>
        </p:nvSpPr>
        <p:spPr>
          <a:xfrm>
            <a:off x="1881000" y="3602950"/>
            <a:ext cx="1306500" cy="412200"/>
          </a:xfrm>
          <a:prstGeom prst="rect">
            <a:avLst/>
          </a:prstGeom>
          <a:noFill/>
          <a:ln>
            <a:noFill/>
          </a:ln>
        </p:spPr>
      </p:sp>
      <p:sp>
        <p:nvSpPr>
          <p:cNvPr id="293" name="Google Shape;293;p40"/>
          <p:cNvSpPr/>
          <p:nvPr>
            <p:ph idx="8" type="pic"/>
          </p:nvPr>
        </p:nvSpPr>
        <p:spPr>
          <a:xfrm>
            <a:off x="3450300" y="3602950"/>
            <a:ext cx="1306500" cy="412200"/>
          </a:xfrm>
          <a:prstGeom prst="rect">
            <a:avLst/>
          </a:prstGeom>
          <a:noFill/>
          <a:ln>
            <a:noFill/>
          </a:ln>
        </p:spPr>
      </p:sp>
      <p:sp>
        <p:nvSpPr>
          <p:cNvPr id="294" name="Google Shape;294;p40"/>
          <p:cNvSpPr/>
          <p:nvPr>
            <p:ph idx="9" type="pic"/>
          </p:nvPr>
        </p:nvSpPr>
        <p:spPr>
          <a:xfrm>
            <a:off x="5019600" y="3602950"/>
            <a:ext cx="1306500" cy="412200"/>
          </a:xfrm>
          <a:prstGeom prst="rect">
            <a:avLst/>
          </a:prstGeom>
          <a:noFill/>
          <a:ln>
            <a:noFill/>
          </a:ln>
        </p:spPr>
      </p:sp>
      <p:sp>
        <p:nvSpPr>
          <p:cNvPr id="295" name="Google Shape;295;p40"/>
          <p:cNvSpPr/>
          <p:nvPr>
            <p:ph idx="13" type="pic"/>
          </p:nvPr>
        </p:nvSpPr>
        <p:spPr>
          <a:xfrm>
            <a:off x="311700" y="4234500"/>
            <a:ext cx="1306500" cy="412200"/>
          </a:xfrm>
          <a:prstGeom prst="rect">
            <a:avLst/>
          </a:prstGeom>
          <a:noFill/>
          <a:ln>
            <a:noFill/>
          </a:ln>
        </p:spPr>
      </p:sp>
      <p:sp>
        <p:nvSpPr>
          <p:cNvPr id="296" name="Google Shape;296;p40"/>
          <p:cNvSpPr/>
          <p:nvPr>
            <p:ph idx="14" type="pic"/>
          </p:nvPr>
        </p:nvSpPr>
        <p:spPr>
          <a:xfrm>
            <a:off x="1881000" y="4234500"/>
            <a:ext cx="1306500" cy="412200"/>
          </a:xfrm>
          <a:prstGeom prst="rect">
            <a:avLst/>
          </a:prstGeom>
          <a:noFill/>
          <a:ln>
            <a:noFill/>
          </a:ln>
        </p:spPr>
      </p:sp>
      <p:sp>
        <p:nvSpPr>
          <p:cNvPr id="297" name="Google Shape;297;p40"/>
          <p:cNvSpPr/>
          <p:nvPr>
            <p:ph idx="15" type="pic"/>
          </p:nvPr>
        </p:nvSpPr>
        <p:spPr>
          <a:xfrm>
            <a:off x="3450300" y="4234500"/>
            <a:ext cx="1306500" cy="412200"/>
          </a:xfrm>
          <a:prstGeom prst="rect">
            <a:avLst/>
          </a:prstGeom>
          <a:noFill/>
          <a:ln>
            <a:noFill/>
          </a:ln>
        </p:spPr>
      </p:sp>
      <p:sp>
        <p:nvSpPr>
          <p:cNvPr id="298" name="Google Shape;298;p40"/>
          <p:cNvSpPr/>
          <p:nvPr>
            <p:ph idx="16" type="pic"/>
          </p:nvPr>
        </p:nvSpPr>
        <p:spPr>
          <a:xfrm>
            <a:off x="5019600" y="4234500"/>
            <a:ext cx="1306500" cy="412200"/>
          </a:xfrm>
          <a:prstGeom prst="rect">
            <a:avLst/>
          </a:prstGeom>
          <a:noFill/>
          <a:ln>
            <a:noFill/>
          </a:ln>
        </p:spPr>
      </p:sp>
      <p:sp>
        <p:nvSpPr>
          <p:cNvPr id="299" name="Google Shape;299;p40"/>
          <p:cNvSpPr/>
          <p:nvPr>
            <p:ph idx="17" type="pic"/>
          </p:nvPr>
        </p:nvSpPr>
        <p:spPr>
          <a:xfrm>
            <a:off x="6588900" y="4234500"/>
            <a:ext cx="1306500" cy="412200"/>
          </a:xfrm>
          <a:prstGeom prst="rect">
            <a:avLst/>
          </a:prstGeom>
          <a:noFill/>
          <a:ln>
            <a:noFill/>
          </a:ln>
        </p:spPr>
      </p:sp>
      <p:sp>
        <p:nvSpPr>
          <p:cNvPr id="300" name="Google Shape;300;p40"/>
          <p:cNvSpPr/>
          <p:nvPr>
            <p:ph idx="18" type="pic"/>
          </p:nvPr>
        </p:nvSpPr>
        <p:spPr>
          <a:xfrm>
            <a:off x="6588900" y="3602950"/>
            <a:ext cx="1306500" cy="412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 - light " type="blank">
  <p:cSld name="BLANK">
    <p:bg>
      <p:bgPr>
        <a:solidFill>
          <a:srgbClr val="F2FAFF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 - dark">
  <p:cSld name="BLANK_1">
    <p:bg>
      <p:bgPr>
        <a:solidFill>
          <a:srgbClr val="030710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ard - Dark 1">
  <p:cSld name="TITLE_1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43" title="bg 3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2"/>
            <a:ext cx="9144000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43"/>
          <p:cNvSpPr txBox="1"/>
          <p:nvPr>
            <p:ph type="ctrTitle"/>
          </p:nvPr>
        </p:nvSpPr>
        <p:spPr>
          <a:xfrm>
            <a:off x="3647803" y="2173300"/>
            <a:ext cx="5102700" cy="20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FAFF"/>
              </a:buClr>
              <a:buSzPts val="3600"/>
              <a:buFont typeface="Inter Tight"/>
              <a:buNone/>
              <a:defRPr sz="3600">
                <a:solidFill>
                  <a:srgbClr val="F2FAFF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pic>
        <p:nvPicPr>
          <p:cNvPr id="306" name="Google Shape;306;p43" title="LangChain_Lockup_LightBlu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0079" y="1831502"/>
            <a:ext cx="1455027" cy="26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2_1" showMasterSp="0">
  <p:cSld name="TITLE_AND_BODY_2_1">
    <p:bg>
      <p:bgPr>
        <a:gradFill>
          <a:gsLst>
            <a:gs pos="0">
              <a:srgbClr val="FFFFFF"/>
            </a:gs>
            <a:gs pos="38000">
              <a:srgbClr val="FFFFFF"/>
            </a:gs>
            <a:gs pos="83000">
              <a:srgbClr val="89CCFE"/>
            </a:gs>
            <a:gs pos="100000">
              <a:srgbClr val="868CFE"/>
            </a:gs>
          </a:gsLst>
          <a:lin ang="16198662" scaled="0"/>
        </a:gra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8" name="Google Shape;308;p44"/>
          <p:cNvCxnSpPr/>
          <p:nvPr/>
        </p:nvCxnSpPr>
        <p:spPr>
          <a:xfrm>
            <a:off x="-14868" y="4744446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15181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9" name="Google Shape;309;p44"/>
          <p:cNvCxnSpPr/>
          <p:nvPr/>
        </p:nvCxnSpPr>
        <p:spPr>
          <a:xfrm rot="10800000">
            <a:off x="7097492" y="4744361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0" name="Google Shape;310;p44"/>
          <p:cNvCxnSpPr/>
          <p:nvPr/>
        </p:nvCxnSpPr>
        <p:spPr>
          <a:xfrm rot="10800000">
            <a:off x="542944" y="4744361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1" name="Google Shape;311;p44"/>
          <p:cNvSpPr/>
          <p:nvPr/>
        </p:nvSpPr>
        <p:spPr>
          <a:xfrm>
            <a:off x="7060568" y="4708790"/>
            <a:ext cx="71400" cy="71400"/>
          </a:xfrm>
          <a:prstGeom prst="ellipse">
            <a:avLst/>
          </a:prstGeom>
          <a:solidFill>
            <a:srgbClr val="15181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81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5181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44"/>
          <p:cNvSpPr/>
          <p:nvPr/>
        </p:nvSpPr>
        <p:spPr>
          <a:xfrm>
            <a:off x="506019" y="4708790"/>
            <a:ext cx="71400" cy="71400"/>
          </a:xfrm>
          <a:prstGeom prst="ellipse">
            <a:avLst/>
          </a:prstGeom>
          <a:solidFill>
            <a:srgbClr val="15181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81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5181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oogle Shape;27;p12" id="313" name="Google Shape;313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8642" y="4821551"/>
            <a:ext cx="237584" cy="238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oogle Shape;28;p12" id="314" name="Google Shape;31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09618" y="4850581"/>
            <a:ext cx="1666535" cy="201386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44"/>
          <p:cNvSpPr txBox="1"/>
          <p:nvPr>
            <p:ph type="title"/>
          </p:nvPr>
        </p:nvSpPr>
        <p:spPr>
          <a:xfrm>
            <a:off x="362300" y="342549"/>
            <a:ext cx="74421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Inter"/>
              <a:buNone/>
              <a:defRPr sz="2300"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16" name="Google Shape;316;p44"/>
          <p:cNvSpPr txBox="1"/>
          <p:nvPr>
            <p:ph idx="1" type="body"/>
          </p:nvPr>
        </p:nvSpPr>
        <p:spPr>
          <a:xfrm>
            <a:off x="305263" y="914406"/>
            <a:ext cx="7197900" cy="23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7" name="Google Shape;317;p44"/>
          <p:cNvSpPr txBox="1"/>
          <p:nvPr>
            <p:ph idx="12" type="sldNum"/>
          </p:nvPr>
        </p:nvSpPr>
        <p:spPr>
          <a:xfrm>
            <a:off x="4419600" y="4627562"/>
            <a:ext cx="213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40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logo_blue">
  <p:cSld name="TITLE_AND_BODY_2_1_1">
    <p:bg>
      <p:bgPr>
        <a:gradFill>
          <a:gsLst>
            <a:gs pos="0">
              <a:schemeClr val="dk1"/>
            </a:gs>
            <a:gs pos="29000">
              <a:schemeClr val="dk1"/>
            </a:gs>
            <a:gs pos="71000">
              <a:srgbClr val="89CCFE"/>
            </a:gs>
            <a:gs pos="100000">
              <a:srgbClr val="868CFE"/>
            </a:gs>
          </a:gsLst>
          <a:lin ang="5400700" scaled="0"/>
        </a:gra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11100" y="143450"/>
            <a:ext cx="1894250" cy="4853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45"/>
          <p:cNvSpPr/>
          <p:nvPr/>
        </p:nvSpPr>
        <p:spPr>
          <a:xfrm>
            <a:off x="146957" y="138793"/>
            <a:ext cx="8858400" cy="4857900"/>
          </a:xfrm>
          <a:prstGeom prst="rect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1" name="Google Shape;321;p45"/>
          <p:cNvCxnSpPr/>
          <p:nvPr/>
        </p:nvCxnSpPr>
        <p:spPr>
          <a:xfrm>
            <a:off x="146957" y="4588329"/>
            <a:ext cx="88584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2" name="Google Shape;322;p45"/>
          <p:cNvCxnSpPr/>
          <p:nvPr/>
        </p:nvCxnSpPr>
        <p:spPr>
          <a:xfrm rot="10800000">
            <a:off x="7111091" y="143443"/>
            <a:ext cx="0" cy="48531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3" name="Google Shape;323;p45"/>
          <p:cNvCxnSpPr/>
          <p:nvPr/>
        </p:nvCxnSpPr>
        <p:spPr>
          <a:xfrm rot="10800000">
            <a:off x="556543" y="4588243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4" name="Google Shape;324;p45"/>
          <p:cNvSpPr/>
          <p:nvPr/>
        </p:nvSpPr>
        <p:spPr>
          <a:xfrm>
            <a:off x="7075436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45"/>
          <p:cNvSpPr/>
          <p:nvPr/>
        </p:nvSpPr>
        <p:spPr>
          <a:xfrm>
            <a:off x="520888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6" name="Google Shape;326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4486" y="4694464"/>
            <a:ext cx="1666535" cy="201385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45"/>
          <p:cNvSpPr txBox="1"/>
          <p:nvPr>
            <p:ph type="title"/>
          </p:nvPr>
        </p:nvSpPr>
        <p:spPr>
          <a:xfrm>
            <a:off x="360550" y="342550"/>
            <a:ext cx="6465600" cy="15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IBM Plex Mono"/>
              <a:buNone/>
              <a:defRPr sz="4000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28" name="Google Shape;328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3510" y="4665435"/>
            <a:ext cx="237583" cy="2386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45"/>
          <p:cNvSpPr txBox="1"/>
          <p:nvPr>
            <p:ph idx="2" type="title"/>
          </p:nvPr>
        </p:nvSpPr>
        <p:spPr>
          <a:xfrm>
            <a:off x="365425" y="2262729"/>
            <a:ext cx="4866300" cy="8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71C"/>
              </a:buClr>
              <a:buSzPts val="2800"/>
              <a:buFont typeface="IBM Plex Mono"/>
              <a:buNone/>
              <a:defRPr>
                <a:solidFill>
                  <a:srgbClr val="20271C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_of_contents_blue">
  <p:cSld name="CUSTOM_4_1_1">
    <p:bg>
      <p:bgPr>
        <a:gradFill>
          <a:gsLst>
            <a:gs pos="0">
              <a:schemeClr val="dk1"/>
            </a:gs>
            <a:gs pos="38000">
              <a:schemeClr val="dk1"/>
            </a:gs>
            <a:gs pos="83000">
              <a:srgbClr val="89CCFE"/>
            </a:gs>
            <a:gs pos="100000">
              <a:srgbClr val="868CFE"/>
            </a:gs>
          </a:gsLst>
          <a:lin ang="16198662" scaled="0"/>
        </a:gra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6"/>
          <p:cNvSpPr/>
          <p:nvPr/>
        </p:nvSpPr>
        <p:spPr>
          <a:xfrm>
            <a:off x="1013750" y="1547950"/>
            <a:ext cx="7994100" cy="3040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id="332" name="Google Shape;332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146950" y="1547950"/>
            <a:ext cx="866800" cy="344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46"/>
          <p:cNvSpPr/>
          <p:nvPr/>
        </p:nvSpPr>
        <p:spPr>
          <a:xfrm>
            <a:off x="146957" y="138793"/>
            <a:ext cx="8858400" cy="4857900"/>
          </a:xfrm>
          <a:prstGeom prst="rect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4" name="Google Shape;334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4486" y="4694464"/>
            <a:ext cx="1666535" cy="2013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5" name="Google Shape;335;p46"/>
          <p:cNvCxnSpPr/>
          <p:nvPr/>
        </p:nvCxnSpPr>
        <p:spPr>
          <a:xfrm>
            <a:off x="146957" y="4588329"/>
            <a:ext cx="88584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6" name="Google Shape;336;p46"/>
          <p:cNvCxnSpPr/>
          <p:nvPr/>
        </p:nvCxnSpPr>
        <p:spPr>
          <a:xfrm rot="10800000">
            <a:off x="7111091" y="4588243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7" name="Google Shape;337;p46"/>
          <p:cNvCxnSpPr/>
          <p:nvPr/>
        </p:nvCxnSpPr>
        <p:spPr>
          <a:xfrm rot="10800000">
            <a:off x="1013743" y="138943"/>
            <a:ext cx="0" cy="48576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8" name="Google Shape;338;p46"/>
          <p:cNvSpPr/>
          <p:nvPr/>
        </p:nvSpPr>
        <p:spPr>
          <a:xfrm>
            <a:off x="7075436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46"/>
          <p:cNvSpPr/>
          <p:nvPr/>
        </p:nvSpPr>
        <p:spPr>
          <a:xfrm>
            <a:off x="978088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0" name="Google Shape;340;p46"/>
          <p:cNvCxnSpPr/>
          <p:nvPr/>
        </p:nvCxnSpPr>
        <p:spPr>
          <a:xfrm>
            <a:off x="146957" y="1547949"/>
            <a:ext cx="88584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1" name="Google Shape;341;p46"/>
          <p:cNvSpPr/>
          <p:nvPr/>
        </p:nvSpPr>
        <p:spPr>
          <a:xfrm>
            <a:off x="978088" y="151229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46"/>
          <p:cNvSpPr txBox="1"/>
          <p:nvPr>
            <p:ph type="title"/>
          </p:nvPr>
        </p:nvSpPr>
        <p:spPr>
          <a:xfrm>
            <a:off x="1311575" y="409667"/>
            <a:ext cx="4647600" cy="9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71C"/>
              </a:buClr>
              <a:buSzPts val="2800"/>
              <a:buFont typeface="IBM Plex Mono"/>
              <a:buNone/>
              <a:defRPr>
                <a:solidFill>
                  <a:srgbClr val="20271C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plain_blue">
  <p:cSld name="CUSTOM_2_3">
    <p:bg>
      <p:bgPr>
        <a:gradFill>
          <a:gsLst>
            <a:gs pos="0">
              <a:schemeClr val="dk1"/>
            </a:gs>
            <a:gs pos="38000">
              <a:schemeClr val="dk1"/>
            </a:gs>
            <a:gs pos="83000">
              <a:srgbClr val="89CCFE"/>
            </a:gs>
            <a:gs pos="100000">
              <a:srgbClr val="868CFE"/>
            </a:gs>
          </a:gsLst>
          <a:lin ang="0" scaled="0"/>
        </a:gra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7"/>
          <p:cNvSpPr/>
          <p:nvPr/>
        </p:nvSpPr>
        <p:spPr>
          <a:xfrm>
            <a:off x="560200" y="921625"/>
            <a:ext cx="8447700" cy="36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id="345" name="Google Shape;345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5400000">
            <a:off x="4188275" y="-3902530"/>
            <a:ext cx="775609" cy="8858251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47"/>
          <p:cNvSpPr/>
          <p:nvPr/>
        </p:nvSpPr>
        <p:spPr>
          <a:xfrm>
            <a:off x="146850" y="138725"/>
            <a:ext cx="8858400" cy="48579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7" name="Google Shape;347;p47"/>
          <p:cNvCxnSpPr/>
          <p:nvPr/>
        </p:nvCxnSpPr>
        <p:spPr>
          <a:xfrm>
            <a:off x="146957" y="4588329"/>
            <a:ext cx="88584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8" name="Google Shape;348;p47"/>
          <p:cNvCxnSpPr/>
          <p:nvPr/>
        </p:nvCxnSpPr>
        <p:spPr>
          <a:xfrm rot="10800000">
            <a:off x="7111091" y="4588243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9" name="Google Shape;349;p47"/>
          <p:cNvCxnSpPr/>
          <p:nvPr/>
        </p:nvCxnSpPr>
        <p:spPr>
          <a:xfrm rot="10800000">
            <a:off x="556543" y="138643"/>
            <a:ext cx="0" cy="48579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0" name="Google Shape;350;p47"/>
          <p:cNvCxnSpPr/>
          <p:nvPr/>
        </p:nvCxnSpPr>
        <p:spPr>
          <a:xfrm>
            <a:off x="146957" y="914400"/>
            <a:ext cx="88584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1" name="Google Shape;351;p47"/>
          <p:cNvSpPr/>
          <p:nvPr/>
        </p:nvSpPr>
        <p:spPr>
          <a:xfrm>
            <a:off x="7075436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47"/>
          <p:cNvSpPr/>
          <p:nvPr/>
        </p:nvSpPr>
        <p:spPr>
          <a:xfrm>
            <a:off x="520888" y="4552673"/>
            <a:ext cx="71400" cy="71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47"/>
          <p:cNvSpPr txBox="1"/>
          <p:nvPr>
            <p:ph type="title"/>
          </p:nvPr>
        </p:nvSpPr>
        <p:spPr>
          <a:xfrm>
            <a:off x="752135" y="342550"/>
            <a:ext cx="74421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IBM Plex Mono"/>
              <a:buNone/>
              <a:defRPr sz="2300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54" name="Google Shape;354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510" y="4665435"/>
            <a:ext cx="237583" cy="23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24486" y="4694464"/>
            <a:ext cx="1666535" cy="2013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_blue">
  <p:cSld name="CUSTOM_11">
    <p:bg>
      <p:bgPr>
        <a:gradFill>
          <a:gsLst>
            <a:gs pos="0">
              <a:schemeClr val="dk1"/>
            </a:gs>
            <a:gs pos="38000">
              <a:schemeClr val="dk1"/>
            </a:gs>
            <a:gs pos="83000">
              <a:srgbClr val="89CCFE"/>
            </a:gs>
            <a:gs pos="100000">
              <a:srgbClr val="868CFE"/>
            </a:gs>
          </a:gsLst>
          <a:lin ang="0" scaled="0"/>
        </a:gra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Google Shape;357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5400000">
            <a:off x="3966427" y="-3688844"/>
            <a:ext cx="1211145" cy="8866415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48"/>
          <p:cNvSpPr/>
          <p:nvPr/>
        </p:nvSpPr>
        <p:spPr>
          <a:xfrm>
            <a:off x="146957" y="138793"/>
            <a:ext cx="8858400" cy="4857900"/>
          </a:xfrm>
          <a:prstGeom prst="rect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9" name="Google Shape;359;p48"/>
          <p:cNvCxnSpPr/>
          <p:nvPr/>
        </p:nvCxnSpPr>
        <p:spPr>
          <a:xfrm>
            <a:off x="146957" y="4588329"/>
            <a:ext cx="88584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0" name="Google Shape;360;p48"/>
          <p:cNvCxnSpPr/>
          <p:nvPr/>
        </p:nvCxnSpPr>
        <p:spPr>
          <a:xfrm rot="10800000">
            <a:off x="7111091" y="4588243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1" name="Google Shape;361;p48"/>
          <p:cNvCxnSpPr/>
          <p:nvPr/>
        </p:nvCxnSpPr>
        <p:spPr>
          <a:xfrm rot="10800000">
            <a:off x="556543" y="4588243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2" name="Google Shape;362;p48"/>
          <p:cNvCxnSpPr/>
          <p:nvPr/>
        </p:nvCxnSpPr>
        <p:spPr>
          <a:xfrm>
            <a:off x="146957" y="1349942"/>
            <a:ext cx="88584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3" name="Google Shape;363;p48"/>
          <p:cNvSpPr/>
          <p:nvPr/>
        </p:nvSpPr>
        <p:spPr>
          <a:xfrm>
            <a:off x="7075436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48"/>
          <p:cNvSpPr/>
          <p:nvPr/>
        </p:nvSpPr>
        <p:spPr>
          <a:xfrm>
            <a:off x="520888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5" name="Google Shape;365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950" y="571350"/>
            <a:ext cx="8858250" cy="346025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48"/>
          <p:cNvSpPr txBox="1"/>
          <p:nvPr>
            <p:ph type="title"/>
          </p:nvPr>
        </p:nvSpPr>
        <p:spPr>
          <a:xfrm>
            <a:off x="441625" y="1595000"/>
            <a:ext cx="4647600" cy="9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71C"/>
              </a:buClr>
              <a:buSzPts val="2800"/>
              <a:buFont typeface="IBM Plex Mono"/>
              <a:buNone/>
              <a:defRPr>
                <a:solidFill>
                  <a:srgbClr val="20271C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67" name="Google Shape;367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3510" y="4665435"/>
            <a:ext cx="237583" cy="23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24486" y="4694464"/>
            <a:ext cx="1666535" cy="2013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text_blue">
  <p:cSld name="CUSTOM_2_4">
    <p:bg>
      <p:bgPr>
        <a:gradFill>
          <a:gsLst>
            <a:gs pos="0">
              <a:schemeClr val="dk1"/>
            </a:gs>
            <a:gs pos="38000">
              <a:schemeClr val="dk1"/>
            </a:gs>
            <a:gs pos="83000">
              <a:srgbClr val="89CCFE"/>
            </a:gs>
            <a:gs pos="100000">
              <a:srgbClr val="868CFE"/>
            </a:gs>
          </a:gsLst>
          <a:lin ang="0" scaled="0"/>
        </a:gra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9"/>
          <p:cNvSpPr/>
          <p:nvPr/>
        </p:nvSpPr>
        <p:spPr>
          <a:xfrm>
            <a:off x="560200" y="921625"/>
            <a:ext cx="8447700" cy="36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id="371" name="Google Shape;371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5400000">
            <a:off x="4188275" y="-3902530"/>
            <a:ext cx="775609" cy="8858251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49"/>
          <p:cNvSpPr/>
          <p:nvPr/>
        </p:nvSpPr>
        <p:spPr>
          <a:xfrm>
            <a:off x="146850" y="138725"/>
            <a:ext cx="8858400" cy="48579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3" name="Google Shape;373;p49"/>
          <p:cNvCxnSpPr/>
          <p:nvPr/>
        </p:nvCxnSpPr>
        <p:spPr>
          <a:xfrm>
            <a:off x="146957" y="4588329"/>
            <a:ext cx="88584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4" name="Google Shape;374;p49"/>
          <p:cNvCxnSpPr/>
          <p:nvPr/>
        </p:nvCxnSpPr>
        <p:spPr>
          <a:xfrm rot="10800000">
            <a:off x="7111091" y="4588243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5" name="Google Shape;375;p49"/>
          <p:cNvCxnSpPr/>
          <p:nvPr/>
        </p:nvCxnSpPr>
        <p:spPr>
          <a:xfrm rot="10800000">
            <a:off x="556543" y="138643"/>
            <a:ext cx="0" cy="48579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6" name="Google Shape;376;p49"/>
          <p:cNvCxnSpPr/>
          <p:nvPr/>
        </p:nvCxnSpPr>
        <p:spPr>
          <a:xfrm>
            <a:off x="146957" y="914400"/>
            <a:ext cx="88584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7" name="Google Shape;377;p49"/>
          <p:cNvSpPr/>
          <p:nvPr/>
        </p:nvSpPr>
        <p:spPr>
          <a:xfrm>
            <a:off x="7075436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49"/>
          <p:cNvSpPr/>
          <p:nvPr/>
        </p:nvSpPr>
        <p:spPr>
          <a:xfrm>
            <a:off x="520888" y="4552673"/>
            <a:ext cx="71400" cy="71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49"/>
          <p:cNvSpPr txBox="1"/>
          <p:nvPr>
            <p:ph type="title"/>
          </p:nvPr>
        </p:nvSpPr>
        <p:spPr>
          <a:xfrm>
            <a:off x="752135" y="342550"/>
            <a:ext cx="74421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IBM Plex Mono"/>
              <a:buNone/>
              <a:defRPr sz="2300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0" name="Google Shape;380;p49"/>
          <p:cNvSpPr txBox="1"/>
          <p:nvPr>
            <p:ph idx="1" type="body"/>
          </p:nvPr>
        </p:nvSpPr>
        <p:spPr>
          <a:xfrm>
            <a:off x="758747" y="1104495"/>
            <a:ext cx="7197900" cy="23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pic>
        <p:nvPicPr>
          <p:cNvPr id="381" name="Google Shape;38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510" y="4665435"/>
            <a:ext cx="237583" cy="23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24486" y="4694464"/>
            <a:ext cx="1666535" cy="2013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_you_logo_blue">
  <p:cSld name="TITLE_AND_BODY_2_1_1_1">
    <p:bg>
      <p:bgPr>
        <a:gradFill>
          <a:gsLst>
            <a:gs pos="0">
              <a:schemeClr val="dk1"/>
            </a:gs>
            <a:gs pos="29000">
              <a:schemeClr val="dk1"/>
            </a:gs>
            <a:gs pos="71000">
              <a:srgbClr val="89CCFE"/>
            </a:gs>
            <a:gs pos="100000">
              <a:srgbClr val="868CFE"/>
            </a:gs>
          </a:gsLst>
          <a:lin ang="5400700" scaled="0"/>
        </a:gra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4" name="Google Shape;384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11100" y="143450"/>
            <a:ext cx="1894250" cy="48531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50"/>
          <p:cNvSpPr/>
          <p:nvPr/>
        </p:nvSpPr>
        <p:spPr>
          <a:xfrm>
            <a:off x="146957" y="138793"/>
            <a:ext cx="8858400" cy="4857900"/>
          </a:xfrm>
          <a:prstGeom prst="rect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6" name="Google Shape;386;p50"/>
          <p:cNvCxnSpPr/>
          <p:nvPr/>
        </p:nvCxnSpPr>
        <p:spPr>
          <a:xfrm>
            <a:off x="146957" y="4588329"/>
            <a:ext cx="88584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7" name="Google Shape;387;p50"/>
          <p:cNvCxnSpPr/>
          <p:nvPr/>
        </p:nvCxnSpPr>
        <p:spPr>
          <a:xfrm rot="10800000">
            <a:off x="7111091" y="143443"/>
            <a:ext cx="0" cy="48531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8" name="Google Shape;388;p50"/>
          <p:cNvCxnSpPr/>
          <p:nvPr/>
        </p:nvCxnSpPr>
        <p:spPr>
          <a:xfrm rot="10800000">
            <a:off x="556543" y="4588243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9" name="Google Shape;389;p50"/>
          <p:cNvSpPr/>
          <p:nvPr/>
        </p:nvSpPr>
        <p:spPr>
          <a:xfrm>
            <a:off x="7075436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50"/>
          <p:cNvSpPr/>
          <p:nvPr/>
        </p:nvSpPr>
        <p:spPr>
          <a:xfrm>
            <a:off x="520888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1" name="Google Shape;391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4486" y="4694464"/>
            <a:ext cx="1666535" cy="2013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3510" y="4665435"/>
            <a:ext cx="237583" cy="238625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50"/>
          <p:cNvSpPr txBox="1"/>
          <p:nvPr/>
        </p:nvSpPr>
        <p:spPr>
          <a:xfrm>
            <a:off x="360885" y="2251186"/>
            <a:ext cx="3710400" cy="5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22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THANK YOU!</a:t>
            </a:r>
            <a:endParaRPr b="0" i="0" sz="4000" u="none" cap="none" strike="noStrike">
              <a:solidFill>
                <a:srgbClr val="00000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id="394" name="Google Shape;394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89000" y="461433"/>
            <a:ext cx="3816352" cy="3816352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50"/>
          <p:cNvSpPr txBox="1"/>
          <p:nvPr>
            <p:ph type="title"/>
          </p:nvPr>
        </p:nvSpPr>
        <p:spPr>
          <a:xfrm>
            <a:off x="365425" y="3558129"/>
            <a:ext cx="4866300" cy="8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71C"/>
              </a:buClr>
              <a:buSzPts val="2800"/>
              <a:buFont typeface="IBM Plex Mono"/>
              <a:buNone/>
              <a:defRPr>
                <a:solidFill>
                  <a:srgbClr val="20271C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logo_blue 1">
  <p:cSld name="title_logo_blue">
    <p:bg>
      <p:bgPr>
        <a:gradFill>
          <a:gsLst>
            <a:gs pos="0">
              <a:schemeClr val="dk1"/>
            </a:gs>
            <a:gs pos="29000">
              <a:schemeClr val="dk1"/>
            </a:gs>
            <a:gs pos="71000">
              <a:srgbClr val="89CCFE"/>
            </a:gs>
            <a:gs pos="100000">
              <a:srgbClr val="868CFE"/>
            </a:gs>
          </a:gsLst>
          <a:lin ang="5400700" scaled="0"/>
        </a:gra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11100" y="143450"/>
            <a:ext cx="1894250" cy="485310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51"/>
          <p:cNvSpPr/>
          <p:nvPr/>
        </p:nvSpPr>
        <p:spPr>
          <a:xfrm>
            <a:off x="146957" y="138793"/>
            <a:ext cx="8858400" cy="4857900"/>
          </a:xfrm>
          <a:prstGeom prst="rect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9" name="Google Shape;399;p51"/>
          <p:cNvCxnSpPr/>
          <p:nvPr/>
        </p:nvCxnSpPr>
        <p:spPr>
          <a:xfrm>
            <a:off x="146957" y="4588329"/>
            <a:ext cx="88584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0" name="Google Shape;400;p51"/>
          <p:cNvCxnSpPr/>
          <p:nvPr/>
        </p:nvCxnSpPr>
        <p:spPr>
          <a:xfrm rot="10800000">
            <a:off x="7111091" y="143443"/>
            <a:ext cx="0" cy="48531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1" name="Google Shape;401;p51"/>
          <p:cNvCxnSpPr/>
          <p:nvPr/>
        </p:nvCxnSpPr>
        <p:spPr>
          <a:xfrm rot="10800000">
            <a:off x="556543" y="4588243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2" name="Google Shape;402;p51"/>
          <p:cNvSpPr/>
          <p:nvPr/>
        </p:nvSpPr>
        <p:spPr>
          <a:xfrm>
            <a:off x="7075436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51"/>
          <p:cNvSpPr/>
          <p:nvPr/>
        </p:nvSpPr>
        <p:spPr>
          <a:xfrm>
            <a:off x="520888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4" name="Google Shape;404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4486" y="4694464"/>
            <a:ext cx="1666535" cy="201385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51"/>
          <p:cNvSpPr txBox="1"/>
          <p:nvPr>
            <p:ph type="title"/>
          </p:nvPr>
        </p:nvSpPr>
        <p:spPr>
          <a:xfrm>
            <a:off x="360550" y="342550"/>
            <a:ext cx="6465600" cy="15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IBM Plex Mono"/>
              <a:buNone/>
              <a:defRPr sz="4000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6" name="Google Shape;406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3510" y="4665435"/>
            <a:ext cx="237583" cy="238625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51"/>
          <p:cNvSpPr txBox="1"/>
          <p:nvPr>
            <p:ph idx="2" type="title"/>
          </p:nvPr>
        </p:nvSpPr>
        <p:spPr>
          <a:xfrm>
            <a:off x="365425" y="2262729"/>
            <a:ext cx="4866300" cy="8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71C"/>
              </a:buClr>
              <a:buSzPts val="2800"/>
              <a:buFont typeface="IBM Plex Mono"/>
              <a:buNone/>
              <a:defRPr>
                <a:solidFill>
                  <a:srgbClr val="20271C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blue">
  <p:cSld name="CUSTOM_1">
    <p:bg>
      <p:bgPr>
        <a:gradFill>
          <a:gsLst>
            <a:gs pos="0">
              <a:schemeClr val="dk1"/>
            </a:gs>
            <a:gs pos="22000">
              <a:schemeClr val="dk1"/>
            </a:gs>
            <a:gs pos="68000">
              <a:srgbClr val="89CCFE"/>
            </a:gs>
            <a:gs pos="100000">
              <a:srgbClr val="868CFE"/>
            </a:gs>
          </a:gsLst>
          <a:lin ang="16198662" scaled="0"/>
        </a:gra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2" name="Google Shape;412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logo_blue">
  <p:cSld name="title_logo_blue">
    <p:bg>
      <p:bgPr>
        <a:gradFill>
          <a:gsLst>
            <a:gs pos="0">
              <a:schemeClr val="dk1"/>
            </a:gs>
            <a:gs pos="29000">
              <a:schemeClr val="dk1"/>
            </a:gs>
            <a:gs pos="71000">
              <a:srgbClr val="89CCFE"/>
            </a:gs>
            <a:gs pos="100000">
              <a:srgbClr val="868CFE"/>
            </a:gs>
          </a:gsLst>
          <a:lin ang="5400700" scaled="0"/>
        </a:gra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" name="Google Shape;414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11100" y="143450"/>
            <a:ext cx="1894250" cy="485310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54"/>
          <p:cNvSpPr/>
          <p:nvPr/>
        </p:nvSpPr>
        <p:spPr>
          <a:xfrm>
            <a:off x="146957" y="138793"/>
            <a:ext cx="8858400" cy="4857900"/>
          </a:xfrm>
          <a:prstGeom prst="rect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6" name="Google Shape;416;p54"/>
          <p:cNvCxnSpPr/>
          <p:nvPr/>
        </p:nvCxnSpPr>
        <p:spPr>
          <a:xfrm>
            <a:off x="146957" y="4588329"/>
            <a:ext cx="88584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7" name="Google Shape;417;p54"/>
          <p:cNvCxnSpPr/>
          <p:nvPr/>
        </p:nvCxnSpPr>
        <p:spPr>
          <a:xfrm rot="10800000">
            <a:off x="7111091" y="143443"/>
            <a:ext cx="0" cy="48531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8" name="Google Shape;418;p54"/>
          <p:cNvCxnSpPr/>
          <p:nvPr/>
        </p:nvCxnSpPr>
        <p:spPr>
          <a:xfrm rot="10800000">
            <a:off x="556543" y="4588243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9" name="Google Shape;419;p54"/>
          <p:cNvSpPr/>
          <p:nvPr/>
        </p:nvSpPr>
        <p:spPr>
          <a:xfrm>
            <a:off x="7075436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54"/>
          <p:cNvSpPr/>
          <p:nvPr/>
        </p:nvSpPr>
        <p:spPr>
          <a:xfrm>
            <a:off x="520888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1" name="Google Shape;421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4486" y="4694464"/>
            <a:ext cx="1666535" cy="201385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54"/>
          <p:cNvSpPr txBox="1"/>
          <p:nvPr>
            <p:ph type="title"/>
          </p:nvPr>
        </p:nvSpPr>
        <p:spPr>
          <a:xfrm>
            <a:off x="360550" y="342550"/>
            <a:ext cx="6465600" cy="15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IBM Plex Mono"/>
              <a:buNone/>
              <a:defRPr sz="4000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3" name="Google Shape;423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3510" y="4665435"/>
            <a:ext cx="237583" cy="238625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54"/>
          <p:cNvSpPr txBox="1"/>
          <p:nvPr>
            <p:ph idx="2" type="title"/>
          </p:nvPr>
        </p:nvSpPr>
        <p:spPr>
          <a:xfrm>
            <a:off x="365425" y="2262729"/>
            <a:ext cx="4866300" cy="8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71C"/>
              </a:buClr>
              <a:buSzPts val="2800"/>
              <a:buFont typeface="IBM Plex Mono"/>
              <a:buNone/>
              <a:defRPr>
                <a:solidFill>
                  <a:srgbClr val="20271C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_of_contents_blue">
  <p:cSld name="CUSTOM_4_1">
    <p:bg>
      <p:bgPr>
        <a:gradFill>
          <a:gsLst>
            <a:gs pos="0">
              <a:schemeClr val="dk1"/>
            </a:gs>
            <a:gs pos="38000">
              <a:schemeClr val="dk1"/>
            </a:gs>
            <a:gs pos="83000">
              <a:srgbClr val="89CCFE"/>
            </a:gs>
            <a:gs pos="100000">
              <a:srgbClr val="868CFE"/>
            </a:gs>
          </a:gsLst>
          <a:lin ang="16198662" scaled="0"/>
        </a:gradFill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55"/>
          <p:cNvSpPr/>
          <p:nvPr/>
        </p:nvSpPr>
        <p:spPr>
          <a:xfrm>
            <a:off x="1013750" y="1547950"/>
            <a:ext cx="7994100" cy="3040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id="427" name="Google Shape;427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146950" y="1547950"/>
            <a:ext cx="866800" cy="344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55"/>
          <p:cNvSpPr/>
          <p:nvPr/>
        </p:nvSpPr>
        <p:spPr>
          <a:xfrm>
            <a:off x="146957" y="138793"/>
            <a:ext cx="8858400" cy="4857900"/>
          </a:xfrm>
          <a:prstGeom prst="rect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9" name="Google Shape;42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4486" y="4694464"/>
            <a:ext cx="1666535" cy="2013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0" name="Google Shape;430;p55"/>
          <p:cNvCxnSpPr/>
          <p:nvPr/>
        </p:nvCxnSpPr>
        <p:spPr>
          <a:xfrm>
            <a:off x="146957" y="4588329"/>
            <a:ext cx="88584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1" name="Google Shape;431;p55"/>
          <p:cNvCxnSpPr/>
          <p:nvPr/>
        </p:nvCxnSpPr>
        <p:spPr>
          <a:xfrm rot="10800000">
            <a:off x="7111091" y="4588243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2" name="Google Shape;432;p55"/>
          <p:cNvCxnSpPr/>
          <p:nvPr/>
        </p:nvCxnSpPr>
        <p:spPr>
          <a:xfrm rot="10800000">
            <a:off x="1013743" y="138943"/>
            <a:ext cx="0" cy="48576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3" name="Google Shape;433;p55"/>
          <p:cNvSpPr/>
          <p:nvPr/>
        </p:nvSpPr>
        <p:spPr>
          <a:xfrm>
            <a:off x="7075436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55"/>
          <p:cNvSpPr/>
          <p:nvPr/>
        </p:nvSpPr>
        <p:spPr>
          <a:xfrm>
            <a:off x="978088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5" name="Google Shape;435;p55"/>
          <p:cNvCxnSpPr/>
          <p:nvPr/>
        </p:nvCxnSpPr>
        <p:spPr>
          <a:xfrm>
            <a:off x="146957" y="1547949"/>
            <a:ext cx="88584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6" name="Google Shape;436;p55"/>
          <p:cNvSpPr/>
          <p:nvPr/>
        </p:nvSpPr>
        <p:spPr>
          <a:xfrm>
            <a:off x="978088" y="151229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55"/>
          <p:cNvSpPr txBox="1"/>
          <p:nvPr>
            <p:ph type="title"/>
          </p:nvPr>
        </p:nvSpPr>
        <p:spPr>
          <a:xfrm>
            <a:off x="1311575" y="409667"/>
            <a:ext cx="4647600" cy="9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71C"/>
              </a:buClr>
              <a:buSzPts val="2800"/>
              <a:buFont typeface="IBM Plex Mono"/>
              <a:buNone/>
              <a:defRPr>
                <a:solidFill>
                  <a:srgbClr val="20271C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lain_blue">
  <p:cSld name="2_plain_blue">
    <p:bg>
      <p:bgPr>
        <a:gradFill>
          <a:gsLst>
            <a:gs pos="0">
              <a:schemeClr val="dk1"/>
            </a:gs>
            <a:gs pos="83000">
              <a:schemeClr val="dk1"/>
            </a:gs>
            <a:gs pos="96000">
              <a:srgbClr val="89CCFE"/>
            </a:gs>
            <a:gs pos="100000">
              <a:srgbClr val="868CFE"/>
            </a:gs>
          </a:gsLst>
          <a:lin ang="16198662" scaled="0"/>
        </a:grad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9" name="Google Shape;439;p56"/>
          <p:cNvCxnSpPr/>
          <p:nvPr/>
        </p:nvCxnSpPr>
        <p:spPr>
          <a:xfrm>
            <a:off x="-14868" y="4744446"/>
            <a:ext cx="91440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0" name="Google Shape;440;p56"/>
          <p:cNvCxnSpPr/>
          <p:nvPr/>
        </p:nvCxnSpPr>
        <p:spPr>
          <a:xfrm rot="10800000">
            <a:off x="7206141" y="4744360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1" name="Google Shape;441;p56"/>
          <p:cNvCxnSpPr/>
          <p:nvPr/>
        </p:nvCxnSpPr>
        <p:spPr>
          <a:xfrm rot="10800000">
            <a:off x="431756" y="4744360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2" name="Google Shape;442;p56"/>
          <p:cNvSpPr/>
          <p:nvPr/>
        </p:nvSpPr>
        <p:spPr>
          <a:xfrm>
            <a:off x="7170440" y="4708790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56"/>
          <p:cNvSpPr/>
          <p:nvPr/>
        </p:nvSpPr>
        <p:spPr>
          <a:xfrm>
            <a:off x="396055" y="4708790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4" name="Google Shape;444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256" y="4821552"/>
            <a:ext cx="237583" cy="23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52358" y="4850581"/>
            <a:ext cx="1666535" cy="201385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56"/>
          <p:cNvSpPr txBox="1"/>
          <p:nvPr>
            <p:ph type="title"/>
          </p:nvPr>
        </p:nvSpPr>
        <p:spPr>
          <a:xfrm>
            <a:off x="203047" y="209648"/>
            <a:ext cx="62418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IBM Plex Mono"/>
              <a:buNone/>
              <a:defRPr sz="2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7" name="Google Shape;447;p56"/>
          <p:cNvSpPr txBox="1"/>
          <p:nvPr>
            <p:ph idx="1" type="body"/>
          </p:nvPr>
        </p:nvSpPr>
        <p:spPr>
          <a:xfrm>
            <a:off x="154458" y="930874"/>
            <a:ext cx="7197900" cy="23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blue">
  <p:cSld name="1_title_blue">
    <p:bg>
      <p:bgPr>
        <a:gradFill>
          <a:gsLst>
            <a:gs pos="0">
              <a:schemeClr val="dk1"/>
            </a:gs>
            <a:gs pos="22000">
              <a:schemeClr val="dk1"/>
            </a:gs>
            <a:gs pos="68000">
              <a:srgbClr val="89CCFE"/>
            </a:gs>
            <a:gs pos="100000">
              <a:srgbClr val="868CFE"/>
            </a:gs>
          </a:gsLst>
          <a:lin ang="16198662" scaled="0"/>
        </a:gradFill>
      </p:bgPr>
    </p:bg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57"/>
          <p:cNvSpPr txBox="1"/>
          <p:nvPr>
            <p:ph type="title"/>
          </p:nvPr>
        </p:nvSpPr>
        <p:spPr>
          <a:xfrm>
            <a:off x="2749901" y="2862230"/>
            <a:ext cx="62418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IBM Plex Mono"/>
              <a:buNone/>
              <a:defRPr sz="2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logo_violet">
  <p:cSld name="TITLE_AND_BODY_2_1_1_2_1">
    <p:bg>
      <p:bgPr>
        <a:gradFill>
          <a:gsLst>
            <a:gs pos="0">
              <a:schemeClr val="dk1"/>
            </a:gs>
            <a:gs pos="61000">
              <a:srgbClr val="D5C3F7"/>
            </a:gs>
            <a:gs pos="100000">
              <a:srgbClr val="ED92FF"/>
            </a:gs>
          </a:gsLst>
          <a:lin ang="16200038" scaled="0"/>
        </a:gra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2" name="Google Shape;452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11100" y="143450"/>
            <a:ext cx="1894250" cy="444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58"/>
          <p:cNvSpPr/>
          <p:nvPr/>
        </p:nvSpPr>
        <p:spPr>
          <a:xfrm>
            <a:off x="146957" y="138793"/>
            <a:ext cx="8858400" cy="4857900"/>
          </a:xfrm>
          <a:prstGeom prst="rect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4" name="Google Shape;454;p58"/>
          <p:cNvCxnSpPr/>
          <p:nvPr/>
        </p:nvCxnSpPr>
        <p:spPr>
          <a:xfrm>
            <a:off x="146957" y="4588329"/>
            <a:ext cx="88584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5" name="Google Shape;455;p58"/>
          <p:cNvCxnSpPr/>
          <p:nvPr/>
        </p:nvCxnSpPr>
        <p:spPr>
          <a:xfrm rot="10800000">
            <a:off x="7111091" y="143443"/>
            <a:ext cx="0" cy="48531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6" name="Google Shape;456;p58"/>
          <p:cNvCxnSpPr/>
          <p:nvPr/>
        </p:nvCxnSpPr>
        <p:spPr>
          <a:xfrm rot="10800000">
            <a:off x="556543" y="4588243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7" name="Google Shape;457;p58"/>
          <p:cNvSpPr/>
          <p:nvPr/>
        </p:nvSpPr>
        <p:spPr>
          <a:xfrm>
            <a:off x="7075436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58"/>
          <p:cNvSpPr/>
          <p:nvPr/>
        </p:nvSpPr>
        <p:spPr>
          <a:xfrm>
            <a:off x="520888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9" name="Google Shape;459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4486" y="4694464"/>
            <a:ext cx="1666535" cy="20138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58"/>
          <p:cNvSpPr txBox="1"/>
          <p:nvPr>
            <p:ph type="title"/>
          </p:nvPr>
        </p:nvSpPr>
        <p:spPr>
          <a:xfrm>
            <a:off x="360550" y="342550"/>
            <a:ext cx="6465600" cy="15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IBM Plex Mono"/>
              <a:buNone/>
              <a:defRPr sz="4000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1" name="Google Shape;461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3510" y="4665435"/>
            <a:ext cx="237583" cy="238625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58"/>
          <p:cNvSpPr txBox="1"/>
          <p:nvPr>
            <p:ph idx="2" type="title"/>
          </p:nvPr>
        </p:nvSpPr>
        <p:spPr>
          <a:xfrm>
            <a:off x="365425" y="2262729"/>
            <a:ext cx="4866300" cy="8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71C"/>
              </a:buClr>
              <a:buSzPts val="2800"/>
              <a:buFont typeface="IBM Plex Mono"/>
              <a:buNone/>
              <a:defRPr>
                <a:solidFill>
                  <a:srgbClr val="20271C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graphics_blue">
  <p:cSld name="CUSTOM_2_1">
    <p:bg>
      <p:bgPr>
        <a:gradFill>
          <a:gsLst>
            <a:gs pos="0">
              <a:schemeClr val="dk1"/>
            </a:gs>
            <a:gs pos="38000">
              <a:schemeClr val="dk1"/>
            </a:gs>
            <a:gs pos="83000">
              <a:srgbClr val="89CCFE"/>
            </a:gs>
            <a:gs pos="100000">
              <a:srgbClr val="868CFE"/>
            </a:gs>
          </a:gsLst>
          <a:lin ang="10801400" scaled="0"/>
        </a:gradFill>
      </p:bgPr>
    </p:bg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59"/>
          <p:cNvSpPr/>
          <p:nvPr/>
        </p:nvSpPr>
        <p:spPr>
          <a:xfrm>
            <a:off x="560200" y="921625"/>
            <a:ext cx="8447700" cy="36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id="465" name="Google Shape;465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5400000">
            <a:off x="4188275" y="-3902530"/>
            <a:ext cx="775609" cy="8858251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59"/>
          <p:cNvSpPr/>
          <p:nvPr/>
        </p:nvSpPr>
        <p:spPr>
          <a:xfrm>
            <a:off x="146950" y="138725"/>
            <a:ext cx="8860800" cy="48579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7" name="Google Shape;467;p59"/>
          <p:cNvCxnSpPr/>
          <p:nvPr/>
        </p:nvCxnSpPr>
        <p:spPr>
          <a:xfrm>
            <a:off x="146957" y="4588329"/>
            <a:ext cx="88584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8" name="Google Shape;468;p59"/>
          <p:cNvCxnSpPr/>
          <p:nvPr/>
        </p:nvCxnSpPr>
        <p:spPr>
          <a:xfrm rot="10800000">
            <a:off x="7111091" y="4588243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9" name="Google Shape;469;p59"/>
          <p:cNvCxnSpPr/>
          <p:nvPr/>
        </p:nvCxnSpPr>
        <p:spPr>
          <a:xfrm rot="10800000">
            <a:off x="556543" y="138643"/>
            <a:ext cx="0" cy="48579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0" name="Google Shape;470;p59"/>
          <p:cNvCxnSpPr/>
          <p:nvPr/>
        </p:nvCxnSpPr>
        <p:spPr>
          <a:xfrm>
            <a:off x="146957" y="914400"/>
            <a:ext cx="88584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1" name="Google Shape;471;p59"/>
          <p:cNvSpPr/>
          <p:nvPr/>
        </p:nvSpPr>
        <p:spPr>
          <a:xfrm>
            <a:off x="7075436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59"/>
          <p:cNvSpPr/>
          <p:nvPr/>
        </p:nvSpPr>
        <p:spPr>
          <a:xfrm>
            <a:off x="520888" y="4552673"/>
            <a:ext cx="71400" cy="71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59"/>
          <p:cNvSpPr txBox="1"/>
          <p:nvPr>
            <p:ph type="title"/>
          </p:nvPr>
        </p:nvSpPr>
        <p:spPr>
          <a:xfrm>
            <a:off x="752135" y="342550"/>
            <a:ext cx="74421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IBM Plex Mono"/>
              <a:buNone/>
              <a:defRPr sz="2300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74" name="Google Shape;474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510" y="4665435"/>
            <a:ext cx="237583" cy="23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24486" y="4694464"/>
            <a:ext cx="1666535" cy="201385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59"/>
          <p:cNvSpPr/>
          <p:nvPr>
            <p:ph idx="2" type="pic"/>
          </p:nvPr>
        </p:nvSpPr>
        <p:spPr>
          <a:xfrm>
            <a:off x="752125" y="1103888"/>
            <a:ext cx="8057400" cy="3295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lain_violet">
  <p:cSld name="SECTION_HEADER_1_1_1_1">
    <p:bg>
      <p:bgPr>
        <a:gradFill>
          <a:gsLst>
            <a:gs pos="0">
              <a:schemeClr val="dk1"/>
            </a:gs>
            <a:gs pos="61000">
              <a:srgbClr val="D5C3F7"/>
            </a:gs>
            <a:gs pos="100000">
              <a:srgbClr val="ED92FF"/>
            </a:gs>
          </a:gsLst>
          <a:lin ang="16200038" scaled="0"/>
        </a:gradFill>
      </p:bgPr>
    </p:bg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0"/>
          <p:cNvSpPr/>
          <p:nvPr/>
        </p:nvSpPr>
        <p:spPr>
          <a:xfrm>
            <a:off x="146957" y="138793"/>
            <a:ext cx="8858400" cy="4857900"/>
          </a:xfrm>
          <a:prstGeom prst="rect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9" name="Google Shape;479;p60"/>
          <p:cNvCxnSpPr/>
          <p:nvPr/>
        </p:nvCxnSpPr>
        <p:spPr>
          <a:xfrm>
            <a:off x="146957" y="4588329"/>
            <a:ext cx="88584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0" name="Google Shape;480;p60"/>
          <p:cNvCxnSpPr/>
          <p:nvPr/>
        </p:nvCxnSpPr>
        <p:spPr>
          <a:xfrm rot="10800000">
            <a:off x="7111091" y="4588243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1" name="Google Shape;481;p60"/>
          <p:cNvCxnSpPr/>
          <p:nvPr/>
        </p:nvCxnSpPr>
        <p:spPr>
          <a:xfrm rot="10800000">
            <a:off x="556543" y="4588243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2" name="Google Shape;482;p60"/>
          <p:cNvSpPr/>
          <p:nvPr/>
        </p:nvSpPr>
        <p:spPr>
          <a:xfrm>
            <a:off x="7075436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60"/>
          <p:cNvSpPr/>
          <p:nvPr/>
        </p:nvSpPr>
        <p:spPr>
          <a:xfrm>
            <a:off x="520888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4" name="Google Shape;484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43510" y="4665435"/>
            <a:ext cx="237583" cy="23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4486" y="4694464"/>
            <a:ext cx="1666535" cy="2013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logo_yellow">
  <p:cSld name="TITLE_AND_BODY_2_1_1_2">
    <p:bg>
      <p:bgPr>
        <a:gradFill>
          <a:gsLst>
            <a:gs pos="0">
              <a:schemeClr val="dk1"/>
            </a:gs>
            <a:gs pos="10000">
              <a:schemeClr val="dk1"/>
            </a:gs>
            <a:gs pos="56000">
              <a:srgbClr val="FFF895"/>
            </a:gs>
            <a:gs pos="100000">
              <a:srgbClr val="FFC08F"/>
            </a:gs>
          </a:gsLst>
          <a:lin ang="16198662" scaled="0"/>
        </a:gradFill>
      </p:bgPr>
    </p:bg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Google Shape;487;p6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7114150" y="139925"/>
            <a:ext cx="1896275" cy="4450375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61"/>
          <p:cNvSpPr/>
          <p:nvPr/>
        </p:nvSpPr>
        <p:spPr>
          <a:xfrm>
            <a:off x="146957" y="138793"/>
            <a:ext cx="8858400" cy="4857900"/>
          </a:xfrm>
          <a:prstGeom prst="rect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9" name="Google Shape;489;p61"/>
          <p:cNvCxnSpPr/>
          <p:nvPr/>
        </p:nvCxnSpPr>
        <p:spPr>
          <a:xfrm>
            <a:off x="146957" y="4588329"/>
            <a:ext cx="88584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0" name="Google Shape;490;p61"/>
          <p:cNvCxnSpPr/>
          <p:nvPr/>
        </p:nvCxnSpPr>
        <p:spPr>
          <a:xfrm rot="10800000">
            <a:off x="7111091" y="143443"/>
            <a:ext cx="0" cy="48531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1" name="Google Shape;491;p61"/>
          <p:cNvCxnSpPr/>
          <p:nvPr/>
        </p:nvCxnSpPr>
        <p:spPr>
          <a:xfrm rot="10800000">
            <a:off x="556543" y="4588243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2" name="Google Shape;492;p61"/>
          <p:cNvSpPr/>
          <p:nvPr/>
        </p:nvSpPr>
        <p:spPr>
          <a:xfrm>
            <a:off x="7075436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61"/>
          <p:cNvSpPr/>
          <p:nvPr/>
        </p:nvSpPr>
        <p:spPr>
          <a:xfrm>
            <a:off x="520888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4" name="Google Shape;494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4486" y="4694464"/>
            <a:ext cx="1666535" cy="201385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61"/>
          <p:cNvSpPr txBox="1"/>
          <p:nvPr>
            <p:ph type="title"/>
          </p:nvPr>
        </p:nvSpPr>
        <p:spPr>
          <a:xfrm>
            <a:off x="360550" y="342550"/>
            <a:ext cx="6465600" cy="15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IBM Plex Mono"/>
              <a:buNone/>
              <a:defRPr sz="4000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96" name="Google Shape;496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3510" y="4665435"/>
            <a:ext cx="237583" cy="238625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61"/>
          <p:cNvSpPr txBox="1"/>
          <p:nvPr>
            <p:ph idx="2" type="title"/>
          </p:nvPr>
        </p:nvSpPr>
        <p:spPr>
          <a:xfrm>
            <a:off x="365425" y="2262729"/>
            <a:ext cx="4866300" cy="8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71C"/>
              </a:buClr>
              <a:buSzPts val="2800"/>
              <a:buFont typeface="IBM Plex Mono"/>
              <a:buNone/>
              <a:defRPr>
                <a:solidFill>
                  <a:srgbClr val="20271C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logo_red">
  <p:cSld name="TITLE_AND_BODY_2_1_1_2_1_1">
    <p:bg>
      <p:bgPr>
        <a:gradFill>
          <a:gsLst>
            <a:gs pos="0">
              <a:schemeClr val="dk1"/>
            </a:gs>
            <a:gs pos="61000">
              <a:srgbClr val="FBB0A5"/>
            </a:gs>
            <a:gs pos="100000">
              <a:srgbClr val="FF637D"/>
            </a:gs>
          </a:gsLst>
          <a:lin ang="16198662" scaled="0"/>
        </a:gra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7111100" y="138800"/>
            <a:ext cx="1894250" cy="4449526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62"/>
          <p:cNvSpPr/>
          <p:nvPr/>
        </p:nvSpPr>
        <p:spPr>
          <a:xfrm>
            <a:off x="146957" y="138793"/>
            <a:ext cx="8858400" cy="4857900"/>
          </a:xfrm>
          <a:prstGeom prst="rect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1" name="Google Shape;501;p62"/>
          <p:cNvCxnSpPr/>
          <p:nvPr/>
        </p:nvCxnSpPr>
        <p:spPr>
          <a:xfrm>
            <a:off x="146957" y="4588329"/>
            <a:ext cx="88584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2" name="Google Shape;502;p62"/>
          <p:cNvCxnSpPr/>
          <p:nvPr/>
        </p:nvCxnSpPr>
        <p:spPr>
          <a:xfrm rot="10800000">
            <a:off x="7111091" y="143443"/>
            <a:ext cx="0" cy="48531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3" name="Google Shape;503;p62"/>
          <p:cNvCxnSpPr/>
          <p:nvPr/>
        </p:nvCxnSpPr>
        <p:spPr>
          <a:xfrm rot="10800000">
            <a:off x="556543" y="4588243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4" name="Google Shape;504;p62"/>
          <p:cNvSpPr/>
          <p:nvPr/>
        </p:nvSpPr>
        <p:spPr>
          <a:xfrm>
            <a:off x="7075436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62"/>
          <p:cNvSpPr/>
          <p:nvPr/>
        </p:nvSpPr>
        <p:spPr>
          <a:xfrm>
            <a:off x="520888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6" name="Google Shape;506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4486" y="4694464"/>
            <a:ext cx="1666535" cy="201385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62"/>
          <p:cNvSpPr txBox="1"/>
          <p:nvPr>
            <p:ph type="title"/>
          </p:nvPr>
        </p:nvSpPr>
        <p:spPr>
          <a:xfrm>
            <a:off x="360550" y="342550"/>
            <a:ext cx="6465600" cy="15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IBM Plex Mono"/>
              <a:buNone/>
              <a:defRPr sz="4000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8" name="Google Shape;508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3510" y="4665435"/>
            <a:ext cx="237583" cy="238625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62"/>
          <p:cNvSpPr txBox="1"/>
          <p:nvPr>
            <p:ph idx="2" type="title"/>
          </p:nvPr>
        </p:nvSpPr>
        <p:spPr>
          <a:xfrm>
            <a:off x="365425" y="2262729"/>
            <a:ext cx="4866300" cy="8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71C"/>
              </a:buClr>
              <a:buSzPts val="2800"/>
              <a:buFont typeface="IBM Plex Mono"/>
              <a:buNone/>
              <a:defRPr>
                <a:solidFill>
                  <a:srgbClr val="20271C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_you_logo_yellow">
  <p:cSld name="TITLE_AND_BODY_2_1_1_1_1">
    <p:bg>
      <p:bgPr>
        <a:gradFill>
          <a:gsLst>
            <a:gs pos="0">
              <a:schemeClr val="dk1"/>
            </a:gs>
            <a:gs pos="10000">
              <a:schemeClr val="dk1"/>
            </a:gs>
            <a:gs pos="56000">
              <a:srgbClr val="FFF895"/>
            </a:gs>
            <a:gs pos="100000">
              <a:srgbClr val="FFC08F"/>
            </a:gs>
          </a:gsLst>
          <a:lin ang="16198662" scaled="0"/>
        </a:gradFill>
      </p:bgPr>
    </p:bg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7114150" y="139925"/>
            <a:ext cx="1896275" cy="4450375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63"/>
          <p:cNvSpPr/>
          <p:nvPr/>
        </p:nvSpPr>
        <p:spPr>
          <a:xfrm>
            <a:off x="146957" y="138793"/>
            <a:ext cx="8858400" cy="4857900"/>
          </a:xfrm>
          <a:prstGeom prst="rect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3" name="Google Shape;513;p63"/>
          <p:cNvCxnSpPr/>
          <p:nvPr/>
        </p:nvCxnSpPr>
        <p:spPr>
          <a:xfrm>
            <a:off x="146957" y="4588329"/>
            <a:ext cx="88584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4" name="Google Shape;514;p63"/>
          <p:cNvCxnSpPr/>
          <p:nvPr/>
        </p:nvCxnSpPr>
        <p:spPr>
          <a:xfrm rot="10800000">
            <a:off x="7111091" y="143443"/>
            <a:ext cx="0" cy="48531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5" name="Google Shape;515;p63"/>
          <p:cNvCxnSpPr/>
          <p:nvPr/>
        </p:nvCxnSpPr>
        <p:spPr>
          <a:xfrm rot="10800000">
            <a:off x="556543" y="4588243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6" name="Google Shape;516;p63"/>
          <p:cNvSpPr/>
          <p:nvPr/>
        </p:nvSpPr>
        <p:spPr>
          <a:xfrm>
            <a:off x="7075436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63"/>
          <p:cNvSpPr/>
          <p:nvPr/>
        </p:nvSpPr>
        <p:spPr>
          <a:xfrm>
            <a:off x="520888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8" name="Google Shape;518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4486" y="4694464"/>
            <a:ext cx="1666535" cy="20138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3510" y="4665435"/>
            <a:ext cx="237583" cy="238625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63"/>
          <p:cNvSpPr txBox="1"/>
          <p:nvPr/>
        </p:nvSpPr>
        <p:spPr>
          <a:xfrm>
            <a:off x="360885" y="2251186"/>
            <a:ext cx="3710400" cy="5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22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THANK YOU!</a:t>
            </a:r>
            <a:endParaRPr b="0" i="0" sz="4000" u="none" cap="none" strike="noStrike">
              <a:solidFill>
                <a:srgbClr val="00000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id="521" name="Google Shape;521;p6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89000" y="461433"/>
            <a:ext cx="3816352" cy="3816352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63"/>
          <p:cNvSpPr txBox="1"/>
          <p:nvPr>
            <p:ph type="title"/>
          </p:nvPr>
        </p:nvSpPr>
        <p:spPr>
          <a:xfrm>
            <a:off x="365425" y="3558129"/>
            <a:ext cx="4866300" cy="8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71C"/>
              </a:buClr>
              <a:buSzPts val="2800"/>
              <a:buFont typeface="IBM Plex Mono"/>
              <a:buNone/>
              <a:defRPr>
                <a:solidFill>
                  <a:srgbClr val="20271C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_you_logo_red">
  <p:cSld name="TITLE_AND_BODY_2_1_1_1_1_1_1">
    <p:bg>
      <p:bgPr>
        <a:gradFill>
          <a:gsLst>
            <a:gs pos="0">
              <a:schemeClr val="dk1"/>
            </a:gs>
            <a:gs pos="61000">
              <a:srgbClr val="FBB0A5"/>
            </a:gs>
            <a:gs pos="100000">
              <a:srgbClr val="FF637D"/>
            </a:gs>
          </a:gsLst>
          <a:lin ang="16198662" scaled="0"/>
        </a:gradFill>
      </p:bgPr>
    </p:bg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4" name="Google Shape;524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7111100" y="138800"/>
            <a:ext cx="1894250" cy="4449526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64"/>
          <p:cNvSpPr/>
          <p:nvPr/>
        </p:nvSpPr>
        <p:spPr>
          <a:xfrm>
            <a:off x="146957" y="138793"/>
            <a:ext cx="8858400" cy="4857900"/>
          </a:xfrm>
          <a:prstGeom prst="rect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6" name="Google Shape;526;p64"/>
          <p:cNvCxnSpPr/>
          <p:nvPr/>
        </p:nvCxnSpPr>
        <p:spPr>
          <a:xfrm>
            <a:off x="146957" y="4588329"/>
            <a:ext cx="88584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7" name="Google Shape;527;p64"/>
          <p:cNvCxnSpPr/>
          <p:nvPr/>
        </p:nvCxnSpPr>
        <p:spPr>
          <a:xfrm rot="10800000">
            <a:off x="7111091" y="143443"/>
            <a:ext cx="0" cy="48531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8" name="Google Shape;528;p64"/>
          <p:cNvCxnSpPr/>
          <p:nvPr/>
        </p:nvCxnSpPr>
        <p:spPr>
          <a:xfrm rot="10800000">
            <a:off x="556543" y="4588243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9" name="Google Shape;529;p64"/>
          <p:cNvSpPr/>
          <p:nvPr/>
        </p:nvSpPr>
        <p:spPr>
          <a:xfrm>
            <a:off x="7075436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64"/>
          <p:cNvSpPr/>
          <p:nvPr/>
        </p:nvSpPr>
        <p:spPr>
          <a:xfrm>
            <a:off x="520888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1" name="Google Shape;531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4486" y="4694464"/>
            <a:ext cx="1666535" cy="20138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3510" y="4665435"/>
            <a:ext cx="237583" cy="238625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64"/>
          <p:cNvSpPr txBox="1"/>
          <p:nvPr/>
        </p:nvSpPr>
        <p:spPr>
          <a:xfrm>
            <a:off x="360885" y="2251186"/>
            <a:ext cx="3710400" cy="5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22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THANK YOU!</a:t>
            </a:r>
            <a:endParaRPr b="0" i="0" sz="4000" u="none" cap="none" strike="noStrike">
              <a:solidFill>
                <a:srgbClr val="00000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id="534" name="Google Shape;534;p6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89000" y="461433"/>
            <a:ext cx="3816352" cy="3816352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64"/>
          <p:cNvSpPr txBox="1"/>
          <p:nvPr>
            <p:ph type="title"/>
          </p:nvPr>
        </p:nvSpPr>
        <p:spPr>
          <a:xfrm>
            <a:off x="365425" y="3558129"/>
            <a:ext cx="4866300" cy="8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71C"/>
              </a:buClr>
              <a:buSzPts val="2800"/>
              <a:buFont typeface="IBM Plex Mono"/>
              <a:buNone/>
              <a:defRPr>
                <a:solidFill>
                  <a:srgbClr val="20271C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_yellow">
  <p:cSld name="CUSTOM_3">
    <p:bg>
      <p:bgPr>
        <a:gradFill>
          <a:gsLst>
            <a:gs pos="0">
              <a:schemeClr val="dk1"/>
            </a:gs>
            <a:gs pos="10000">
              <a:schemeClr val="dk1"/>
            </a:gs>
            <a:gs pos="56000">
              <a:srgbClr val="FFF895"/>
            </a:gs>
            <a:gs pos="100000">
              <a:srgbClr val="FFC08F"/>
            </a:gs>
          </a:gsLst>
          <a:lin ang="0" scaled="0"/>
        </a:gradFill>
      </p:bgPr>
    </p:bg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7" name="Google Shape;537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146950" y="138825"/>
            <a:ext cx="8858399" cy="1211125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65"/>
          <p:cNvSpPr/>
          <p:nvPr/>
        </p:nvSpPr>
        <p:spPr>
          <a:xfrm>
            <a:off x="146957" y="138793"/>
            <a:ext cx="8858400" cy="4857900"/>
          </a:xfrm>
          <a:prstGeom prst="rect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9" name="Google Shape;539;p65"/>
          <p:cNvCxnSpPr/>
          <p:nvPr/>
        </p:nvCxnSpPr>
        <p:spPr>
          <a:xfrm>
            <a:off x="146957" y="4588329"/>
            <a:ext cx="88584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0" name="Google Shape;540;p65"/>
          <p:cNvCxnSpPr/>
          <p:nvPr/>
        </p:nvCxnSpPr>
        <p:spPr>
          <a:xfrm rot="10800000">
            <a:off x="7111091" y="4588243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1" name="Google Shape;541;p65"/>
          <p:cNvCxnSpPr/>
          <p:nvPr/>
        </p:nvCxnSpPr>
        <p:spPr>
          <a:xfrm rot="10800000">
            <a:off x="556543" y="4588243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2" name="Google Shape;542;p65"/>
          <p:cNvCxnSpPr/>
          <p:nvPr/>
        </p:nvCxnSpPr>
        <p:spPr>
          <a:xfrm>
            <a:off x="146957" y="1349942"/>
            <a:ext cx="88584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3" name="Google Shape;543;p65"/>
          <p:cNvSpPr/>
          <p:nvPr/>
        </p:nvSpPr>
        <p:spPr>
          <a:xfrm>
            <a:off x="7075436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65"/>
          <p:cNvSpPr/>
          <p:nvPr/>
        </p:nvSpPr>
        <p:spPr>
          <a:xfrm>
            <a:off x="520888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5" name="Google Shape;545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950" y="571350"/>
            <a:ext cx="8858250" cy="346025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65"/>
          <p:cNvSpPr txBox="1"/>
          <p:nvPr>
            <p:ph type="title"/>
          </p:nvPr>
        </p:nvSpPr>
        <p:spPr>
          <a:xfrm>
            <a:off x="441625" y="1595000"/>
            <a:ext cx="4647600" cy="9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71C"/>
              </a:buClr>
              <a:buSzPts val="2800"/>
              <a:buFont typeface="IBM Plex Mono"/>
              <a:buNone/>
              <a:defRPr>
                <a:solidFill>
                  <a:srgbClr val="20271C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7" name="Google Shape;547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3510" y="4665435"/>
            <a:ext cx="237583" cy="23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" name="Google Shape;548;p6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24486" y="4694464"/>
            <a:ext cx="1666535" cy="2013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_violet">
  <p:cSld name="CUSTOM_3_1">
    <p:bg>
      <p:bgPr>
        <a:gradFill>
          <a:gsLst>
            <a:gs pos="0">
              <a:schemeClr val="dk1"/>
            </a:gs>
            <a:gs pos="61000">
              <a:srgbClr val="D5C3F7"/>
            </a:gs>
            <a:gs pos="100000">
              <a:srgbClr val="ED92FF"/>
            </a:gs>
          </a:gsLst>
          <a:lin ang="0" scaled="0"/>
        </a:gradFill>
      </p:bgPr>
    </p:bg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0" name="Google Shape;550;p6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5400000">
            <a:off x="3967151" y="-3679174"/>
            <a:ext cx="1216675" cy="8852623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66"/>
          <p:cNvSpPr/>
          <p:nvPr/>
        </p:nvSpPr>
        <p:spPr>
          <a:xfrm>
            <a:off x="146957" y="138793"/>
            <a:ext cx="8858400" cy="4857900"/>
          </a:xfrm>
          <a:prstGeom prst="rect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2" name="Google Shape;552;p66"/>
          <p:cNvCxnSpPr/>
          <p:nvPr/>
        </p:nvCxnSpPr>
        <p:spPr>
          <a:xfrm>
            <a:off x="146957" y="4588329"/>
            <a:ext cx="88584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3" name="Google Shape;553;p66"/>
          <p:cNvCxnSpPr/>
          <p:nvPr/>
        </p:nvCxnSpPr>
        <p:spPr>
          <a:xfrm rot="10800000">
            <a:off x="7111091" y="4588243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4" name="Google Shape;554;p66"/>
          <p:cNvCxnSpPr/>
          <p:nvPr/>
        </p:nvCxnSpPr>
        <p:spPr>
          <a:xfrm rot="10800000">
            <a:off x="556543" y="4588243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5" name="Google Shape;555;p66"/>
          <p:cNvCxnSpPr/>
          <p:nvPr/>
        </p:nvCxnSpPr>
        <p:spPr>
          <a:xfrm>
            <a:off x="146957" y="1349942"/>
            <a:ext cx="88584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6" name="Google Shape;556;p66"/>
          <p:cNvSpPr/>
          <p:nvPr/>
        </p:nvSpPr>
        <p:spPr>
          <a:xfrm>
            <a:off x="7075436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66"/>
          <p:cNvSpPr/>
          <p:nvPr/>
        </p:nvSpPr>
        <p:spPr>
          <a:xfrm>
            <a:off x="520888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8" name="Google Shape;558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950" y="571350"/>
            <a:ext cx="8858250" cy="346025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66"/>
          <p:cNvSpPr txBox="1"/>
          <p:nvPr>
            <p:ph type="title"/>
          </p:nvPr>
        </p:nvSpPr>
        <p:spPr>
          <a:xfrm>
            <a:off x="441625" y="1595000"/>
            <a:ext cx="4647600" cy="9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71C"/>
              </a:buClr>
              <a:buSzPts val="2800"/>
              <a:buFont typeface="IBM Plex Mono"/>
              <a:buNone/>
              <a:defRPr>
                <a:solidFill>
                  <a:srgbClr val="20271C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0" name="Google Shape;560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3510" y="4665435"/>
            <a:ext cx="237583" cy="23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p6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24486" y="4694464"/>
            <a:ext cx="1666535" cy="2013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_red">
  <p:cSld name="CUSTOM_3_1_1">
    <p:bg>
      <p:bgPr>
        <a:gradFill>
          <a:gsLst>
            <a:gs pos="0">
              <a:schemeClr val="dk1"/>
            </a:gs>
            <a:gs pos="72000">
              <a:srgbClr val="FBB0A5"/>
            </a:gs>
            <a:gs pos="100000">
              <a:srgbClr val="FF637D"/>
            </a:gs>
          </a:gsLst>
          <a:lin ang="0" scaled="0"/>
        </a:gradFill>
      </p:bgPr>
    </p:bg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" name="Google Shape;563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5400000">
            <a:off x="3968923" y="-3683174"/>
            <a:ext cx="1220376" cy="8864323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67"/>
          <p:cNvSpPr/>
          <p:nvPr/>
        </p:nvSpPr>
        <p:spPr>
          <a:xfrm>
            <a:off x="146957" y="138793"/>
            <a:ext cx="8858400" cy="4857900"/>
          </a:xfrm>
          <a:prstGeom prst="rect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5" name="Google Shape;565;p67"/>
          <p:cNvCxnSpPr/>
          <p:nvPr/>
        </p:nvCxnSpPr>
        <p:spPr>
          <a:xfrm>
            <a:off x="146957" y="4588329"/>
            <a:ext cx="88584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6" name="Google Shape;566;p67"/>
          <p:cNvCxnSpPr/>
          <p:nvPr/>
        </p:nvCxnSpPr>
        <p:spPr>
          <a:xfrm rot="10800000">
            <a:off x="7111091" y="4588243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7" name="Google Shape;567;p67"/>
          <p:cNvCxnSpPr/>
          <p:nvPr/>
        </p:nvCxnSpPr>
        <p:spPr>
          <a:xfrm rot="10800000">
            <a:off x="556543" y="4588243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8" name="Google Shape;568;p67"/>
          <p:cNvCxnSpPr/>
          <p:nvPr/>
        </p:nvCxnSpPr>
        <p:spPr>
          <a:xfrm>
            <a:off x="146957" y="1349942"/>
            <a:ext cx="88584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9" name="Google Shape;569;p67"/>
          <p:cNvSpPr/>
          <p:nvPr/>
        </p:nvSpPr>
        <p:spPr>
          <a:xfrm>
            <a:off x="7075436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67"/>
          <p:cNvSpPr/>
          <p:nvPr/>
        </p:nvSpPr>
        <p:spPr>
          <a:xfrm>
            <a:off x="520888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1" name="Google Shape;571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950" y="571350"/>
            <a:ext cx="8858250" cy="346025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67"/>
          <p:cNvSpPr txBox="1"/>
          <p:nvPr>
            <p:ph type="title"/>
          </p:nvPr>
        </p:nvSpPr>
        <p:spPr>
          <a:xfrm>
            <a:off x="441625" y="1595000"/>
            <a:ext cx="4647600" cy="9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71C"/>
              </a:buClr>
              <a:buSzPts val="2800"/>
              <a:buFont typeface="IBM Plex Mono"/>
              <a:buNone/>
              <a:defRPr>
                <a:solidFill>
                  <a:srgbClr val="20271C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3" name="Google Shape;573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3510" y="4665435"/>
            <a:ext cx="237583" cy="23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p6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24486" y="4694464"/>
            <a:ext cx="1666535" cy="2013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_of_contents_yellow">
  <p:cSld name="CUSTOM_4">
    <p:bg>
      <p:bgPr>
        <a:gradFill>
          <a:gsLst>
            <a:gs pos="0">
              <a:schemeClr val="dk1"/>
            </a:gs>
            <a:gs pos="10000">
              <a:schemeClr val="dk1"/>
            </a:gs>
            <a:gs pos="56000">
              <a:srgbClr val="FFF895"/>
            </a:gs>
            <a:gs pos="100000">
              <a:srgbClr val="FFC08F"/>
            </a:gs>
          </a:gsLst>
          <a:lin ang="16198662" scaled="0"/>
        </a:gradFill>
      </p:bgPr>
    </p:bg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68"/>
          <p:cNvSpPr/>
          <p:nvPr/>
        </p:nvSpPr>
        <p:spPr>
          <a:xfrm>
            <a:off x="1013750" y="1547950"/>
            <a:ext cx="7994100" cy="3040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id="577" name="Google Shape;577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146956" y="1547946"/>
            <a:ext cx="866785" cy="3448594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68"/>
          <p:cNvSpPr/>
          <p:nvPr/>
        </p:nvSpPr>
        <p:spPr>
          <a:xfrm>
            <a:off x="146957" y="138793"/>
            <a:ext cx="8858400" cy="4857900"/>
          </a:xfrm>
          <a:prstGeom prst="rect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9" name="Google Shape;579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4486" y="4694464"/>
            <a:ext cx="1666535" cy="2013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0" name="Google Shape;580;p68"/>
          <p:cNvCxnSpPr/>
          <p:nvPr/>
        </p:nvCxnSpPr>
        <p:spPr>
          <a:xfrm>
            <a:off x="146957" y="4588329"/>
            <a:ext cx="88584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1" name="Google Shape;581;p68"/>
          <p:cNvCxnSpPr/>
          <p:nvPr/>
        </p:nvCxnSpPr>
        <p:spPr>
          <a:xfrm rot="10800000">
            <a:off x="7111091" y="4588243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2" name="Google Shape;582;p68"/>
          <p:cNvCxnSpPr/>
          <p:nvPr/>
        </p:nvCxnSpPr>
        <p:spPr>
          <a:xfrm rot="10800000">
            <a:off x="1013743" y="138943"/>
            <a:ext cx="0" cy="48576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3" name="Google Shape;583;p68"/>
          <p:cNvSpPr/>
          <p:nvPr/>
        </p:nvSpPr>
        <p:spPr>
          <a:xfrm>
            <a:off x="7075436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68"/>
          <p:cNvSpPr/>
          <p:nvPr/>
        </p:nvSpPr>
        <p:spPr>
          <a:xfrm>
            <a:off x="978088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5" name="Google Shape;585;p68"/>
          <p:cNvCxnSpPr/>
          <p:nvPr/>
        </p:nvCxnSpPr>
        <p:spPr>
          <a:xfrm>
            <a:off x="146957" y="1547949"/>
            <a:ext cx="88584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6" name="Google Shape;586;p68"/>
          <p:cNvSpPr/>
          <p:nvPr/>
        </p:nvSpPr>
        <p:spPr>
          <a:xfrm>
            <a:off x="978088" y="151229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68"/>
          <p:cNvSpPr txBox="1"/>
          <p:nvPr>
            <p:ph type="title"/>
          </p:nvPr>
        </p:nvSpPr>
        <p:spPr>
          <a:xfrm>
            <a:off x="1311575" y="409667"/>
            <a:ext cx="4647600" cy="9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71C"/>
              </a:buClr>
              <a:buSzPts val="2800"/>
              <a:buFont typeface="IBM Plex Mono"/>
              <a:buNone/>
              <a:defRPr>
                <a:solidFill>
                  <a:srgbClr val="20271C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_of_contents_violet">
  <p:cSld name="CUSTOM_4_1_1">
    <p:bg>
      <p:bgPr>
        <a:gradFill>
          <a:gsLst>
            <a:gs pos="0">
              <a:schemeClr val="dk1"/>
            </a:gs>
            <a:gs pos="61000">
              <a:srgbClr val="D5C3F7"/>
            </a:gs>
            <a:gs pos="100000">
              <a:srgbClr val="ED92FF"/>
            </a:gs>
          </a:gsLst>
          <a:lin ang="16198662" scaled="0"/>
        </a:gradFill>
      </p:bgPr>
    </p:bg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69"/>
          <p:cNvSpPr/>
          <p:nvPr/>
        </p:nvSpPr>
        <p:spPr>
          <a:xfrm>
            <a:off x="1013750" y="1547950"/>
            <a:ext cx="7994100" cy="3040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id="590" name="Google Shape;590;p6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6950" y="1547950"/>
            <a:ext cx="866801" cy="344875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69"/>
          <p:cNvSpPr/>
          <p:nvPr/>
        </p:nvSpPr>
        <p:spPr>
          <a:xfrm>
            <a:off x="146957" y="138793"/>
            <a:ext cx="8858400" cy="4857900"/>
          </a:xfrm>
          <a:prstGeom prst="rect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2" name="Google Shape;592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4486" y="4694464"/>
            <a:ext cx="1666535" cy="2013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3" name="Google Shape;593;p69"/>
          <p:cNvCxnSpPr/>
          <p:nvPr/>
        </p:nvCxnSpPr>
        <p:spPr>
          <a:xfrm>
            <a:off x="146957" y="4588329"/>
            <a:ext cx="88584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4" name="Google Shape;594;p69"/>
          <p:cNvCxnSpPr/>
          <p:nvPr/>
        </p:nvCxnSpPr>
        <p:spPr>
          <a:xfrm rot="10800000">
            <a:off x="7111091" y="4588243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5" name="Google Shape;595;p69"/>
          <p:cNvCxnSpPr/>
          <p:nvPr/>
        </p:nvCxnSpPr>
        <p:spPr>
          <a:xfrm rot="10800000">
            <a:off x="1013743" y="138943"/>
            <a:ext cx="0" cy="48576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6" name="Google Shape;596;p69"/>
          <p:cNvSpPr/>
          <p:nvPr/>
        </p:nvSpPr>
        <p:spPr>
          <a:xfrm>
            <a:off x="7075436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69"/>
          <p:cNvSpPr/>
          <p:nvPr/>
        </p:nvSpPr>
        <p:spPr>
          <a:xfrm>
            <a:off x="978088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8" name="Google Shape;598;p69"/>
          <p:cNvCxnSpPr/>
          <p:nvPr/>
        </p:nvCxnSpPr>
        <p:spPr>
          <a:xfrm>
            <a:off x="146957" y="1547949"/>
            <a:ext cx="88584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9" name="Google Shape;599;p69"/>
          <p:cNvSpPr/>
          <p:nvPr/>
        </p:nvSpPr>
        <p:spPr>
          <a:xfrm>
            <a:off x="978088" y="151229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69"/>
          <p:cNvSpPr txBox="1"/>
          <p:nvPr>
            <p:ph type="title"/>
          </p:nvPr>
        </p:nvSpPr>
        <p:spPr>
          <a:xfrm>
            <a:off x="1311575" y="409667"/>
            <a:ext cx="4647600" cy="9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71C"/>
              </a:buClr>
              <a:buSzPts val="2800"/>
              <a:buFont typeface="IBM Plex Mono"/>
              <a:buNone/>
              <a:defRPr>
                <a:solidFill>
                  <a:srgbClr val="20271C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_of_contents_red">
  <p:cSld name="CUSTOM_4_1_1_1">
    <p:bg>
      <p:bgPr>
        <a:gradFill>
          <a:gsLst>
            <a:gs pos="0">
              <a:schemeClr val="dk1"/>
            </a:gs>
            <a:gs pos="61000">
              <a:srgbClr val="FBB0A5"/>
            </a:gs>
            <a:gs pos="100000">
              <a:srgbClr val="FF637D"/>
            </a:gs>
          </a:gsLst>
          <a:lin ang="16198662" scaled="0"/>
        </a:gra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70"/>
          <p:cNvSpPr/>
          <p:nvPr/>
        </p:nvSpPr>
        <p:spPr>
          <a:xfrm>
            <a:off x="1013750" y="1547950"/>
            <a:ext cx="7994100" cy="3040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id="603" name="Google Shape;603;p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149825" y="1551827"/>
            <a:ext cx="866900" cy="3435423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70"/>
          <p:cNvSpPr/>
          <p:nvPr/>
        </p:nvSpPr>
        <p:spPr>
          <a:xfrm>
            <a:off x="146957" y="138793"/>
            <a:ext cx="8858400" cy="4857900"/>
          </a:xfrm>
          <a:prstGeom prst="rect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5" name="Google Shape;605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4486" y="4694464"/>
            <a:ext cx="1666535" cy="2013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06" name="Google Shape;606;p70"/>
          <p:cNvCxnSpPr/>
          <p:nvPr/>
        </p:nvCxnSpPr>
        <p:spPr>
          <a:xfrm>
            <a:off x="146957" y="4588329"/>
            <a:ext cx="88584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7" name="Google Shape;607;p70"/>
          <p:cNvCxnSpPr/>
          <p:nvPr/>
        </p:nvCxnSpPr>
        <p:spPr>
          <a:xfrm rot="10800000">
            <a:off x="7111091" y="4588243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8" name="Google Shape;608;p70"/>
          <p:cNvCxnSpPr/>
          <p:nvPr/>
        </p:nvCxnSpPr>
        <p:spPr>
          <a:xfrm rot="10800000">
            <a:off x="1013743" y="138943"/>
            <a:ext cx="0" cy="48576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9" name="Google Shape;609;p70"/>
          <p:cNvSpPr/>
          <p:nvPr/>
        </p:nvSpPr>
        <p:spPr>
          <a:xfrm>
            <a:off x="7075436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70"/>
          <p:cNvSpPr/>
          <p:nvPr/>
        </p:nvSpPr>
        <p:spPr>
          <a:xfrm>
            <a:off x="978088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1" name="Google Shape;611;p70"/>
          <p:cNvCxnSpPr/>
          <p:nvPr/>
        </p:nvCxnSpPr>
        <p:spPr>
          <a:xfrm>
            <a:off x="146957" y="1547949"/>
            <a:ext cx="88584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2" name="Google Shape;612;p70"/>
          <p:cNvSpPr/>
          <p:nvPr/>
        </p:nvSpPr>
        <p:spPr>
          <a:xfrm>
            <a:off x="978088" y="151229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70"/>
          <p:cNvSpPr txBox="1"/>
          <p:nvPr>
            <p:ph type="title"/>
          </p:nvPr>
        </p:nvSpPr>
        <p:spPr>
          <a:xfrm>
            <a:off x="1311575" y="409667"/>
            <a:ext cx="4647600" cy="9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71C"/>
              </a:buClr>
              <a:buSzPts val="2800"/>
              <a:buFont typeface="IBM Plex Mono"/>
              <a:buNone/>
              <a:defRPr>
                <a:solidFill>
                  <a:srgbClr val="20271C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yellow">
  <p:cSld name="CUSTOM_1_1">
    <p:bg>
      <p:bgPr>
        <a:gradFill>
          <a:gsLst>
            <a:gs pos="0">
              <a:schemeClr val="dk1"/>
            </a:gs>
            <a:gs pos="10000">
              <a:schemeClr val="dk1"/>
            </a:gs>
            <a:gs pos="56000">
              <a:srgbClr val="FFF895"/>
            </a:gs>
            <a:gs pos="100000">
              <a:srgbClr val="FFC08F"/>
            </a:gs>
          </a:gsLst>
          <a:lin ang="16198662" scaled="0"/>
        </a:gradFill>
      </p:bgPr>
    </p:bg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71"/>
          <p:cNvSpPr/>
          <p:nvPr/>
        </p:nvSpPr>
        <p:spPr>
          <a:xfrm>
            <a:off x="146957" y="138793"/>
            <a:ext cx="8858400" cy="48579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6" name="Google Shape;616;p71"/>
          <p:cNvCxnSpPr/>
          <p:nvPr/>
        </p:nvCxnSpPr>
        <p:spPr>
          <a:xfrm>
            <a:off x="146957" y="1464129"/>
            <a:ext cx="88584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7" name="Google Shape;617;p71"/>
          <p:cNvSpPr txBox="1"/>
          <p:nvPr/>
        </p:nvSpPr>
        <p:spPr>
          <a:xfrm>
            <a:off x="318551" y="1620161"/>
            <a:ext cx="6754200" cy="9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" sz="2800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 AGENT CONFERENCE</a:t>
            </a:r>
            <a:br>
              <a:rPr b="0" i="0" lang="en" sz="2800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" sz="2800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BY LANGCHAIN</a:t>
            </a:r>
            <a:endParaRPr b="0" i="0" sz="1400" u="none" cap="none" strike="noStrike">
              <a:solidFill>
                <a:srgbClr val="00000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id="618" name="Google Shape;618;p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43510" y="4665435"/>
            <a:ext cx="237583" cy="2386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9" name="Google Shape;619;p71"/>
          <p:cNvCxnSpPr/>
          <p:nvPr/>
        </p:nvCxnSpPr>
        <p:spPr>
          <a:xfrm>
            <a:off x="146957" y="4588329"/>
            <a:ext cx="88584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0" name="Google Shape;620;p71"/>
          <p:cNvCxnSpPr/>
          <p:nvPr/>
        </p:nvCxnSpPr>
        <p:spPr>
          <a:xfrm rot="10800000">
            <a:off x="556543" y="4588243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1" name="Google Shape;621;p71"/>
          <p:cNvSpPr/>
          <p:nvPr/>
        </p:nvSpPr>
        <p:spPr>
          <a:xfrm>
            <a:off x="520888" y="4552673"/>
            <a:ext cx="71400" cy="71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2" name="Google Shape;622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8551" y="287396"/>
            <a:ext cx="8558708" cy="1039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violet">
  <p:cSld name="CUSTOM_1_1_1">
    <p:bg>
      <p:bgPr>
        <a:gradFill>
          <a:gsLst>
            <a:gs pos="0">
              <a:schemeClr val="dk1"/>
            </a:gs>
            <a:gs pos="61000">
              <a:srgbClr val="D5C3F7"/>
            </a:gs>
            <a:gs pos="100000">
              <a:srgbClr val="ED92FF"/>
            </a:gs>
          </a:gsLst>
          <a:lin ang="16198662" scaled="0"/>
        </a:gradFill>
      </p:bgPr>
    </p:bg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72"/>
          <p:cNvSpPr/>
          <p:nvPr/>
        </p:nvSpPr>
        <p:spPr>
          <a:xfrm>
            <a:off x="146957" y="138793"/>
            <a:ext cx="8858400" cy="48579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5" name="Google Shape;625;p72"/>
          <p:cNvCxnSpPr/>
          <p:nvPr/>
        </p:nvCxnSpPr>
        <p:spPr>
          <a:xfrm>
            <a:off x="146957" y="1464129"/>
            <a:ext cx="88584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6" name="Google Shape;626;p72"/>
          <p:cNvSpPr txBox="1"/>
          <p:nvPr/>
        </p:nvSpPr>
        <p:spPr>
          <a:xfrm>
            <a:off x="318551" y="1620161"/>
            <a:ext cx="6754200" cy="9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" sz="2800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 AGENT CONFERENCE</a:t>
            </a:r>
            <a:br>
              <a:rPr b="0" i="0" lang="en" sz="2800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" sz="2800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BY LANGCHAIN</a:t>
            </a:r>
            <a:endParaRPr b="0" i="0" sz="1400" u="none" cap="none" strike="noStrike">
              <a:solidFill>
                <a:srgbClr val="00000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id="627" name="Google Shape;627;p7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43510" y="4665435"/>
            <a:ext cx="237583" cy="2386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28" name="Google Shape;628;p72"/>
          <p:cNvCxnSpPr/>
          <p:nvPr/>
        </p:nvCxnSpPr>
        <p:spPr>
          <a:xfrm>
            <a:off x="146957" y="4588329"/>
            <a:ext cx="88584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9" name="Google Shape;629;p72"/>
          <p:cNvCxnSpPr/>
          <p:nvPr/>
        </p:nvCxnSpPr>
        <p:spPr>
          <a:xfrm rot="10800000">
            <a:off x="556543" y="4588243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0" name="Google Shape;630;p72"/>
          <p:cNvSpPr/>
          <p:nvPr/>
        </p:nvSpPr>
        <p:spPr>
          <a:xfrm>
            <a:off x="520888" y="4552673"/>
            <a:ext cx="71400" cy="71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1" name="Google Shape;631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8551" y="287396"/>
            <a:ext cx="8558708" cy="1039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red">
  <p:cSld name="CUSTOM_1_1_1_1">
    <p:bg>
      <p:bgPr>
        <a:gradFill>
          <a:gsLst>
            <a:gs pos="0">
              <a:schemeClr val="dk1"/>
            </a:gs>
            <a:gs pos="61000">
              <a:srgbClr val="FBB0A5"/>
            </a:gs>
            <a:gs pos="100000">
              <a:srgbClr val="FF637D"/>
            </a:gs>
          </a:gsLst>
          <a:lin ang="16198662" scaled="0"/>
        </a:gradFill>
      </p:bgPr>
    </p:bg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73"/>
          <p:cNvSpPr/>
          <p:nvPr/>
        </p:nvSpPr>
        <p:spPr>
          <a:xfrm>
            <a:off x="146957" y="138793"/>
            <a:ext cx="8858400" cy="48579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4" name="Google Shape;634;p73"/>
          <p:cNvCxnSpPr/>
          <p:nvPr/>
        </p:nvCxnSpPr>
        <p:spPr>
          <a:xfrm>
            <a:off x="146957" y="1464129"/>
            <a:ext cx="88584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5" name="Google Shape;635;p73"/>
          <p:cNvSpPr txBox="1"/>
          <p:nvPr/>
        </p:nvSpPr>
        <p:spPr>
          <a:xfrm>
            <a:off x="318551" y="1620161"/>
            <a:ext cx="6754200" cy="9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" sz="2800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 AGENT CONFERENCE</a:t>
            </a:r>
            <a:br>
              <a:rPr b="0" i="0" lang="en" sz="2800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" sz="2800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BY LANGCHAIN</a:t>
            </a:r>
            <a:endParaRPr b="0" i="0" sz="1400" u="none" cap="none" strike="noStrike">
              <a:solidFill>
                <a:srgbClr val="00000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id="636" name="Google Shape;636;p7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43510" y="4665435"/>
            <a:ext cx="237583" cy="2386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37" name="Google Shape;637;p73"/>
          <p:cNvCxnSpPr/>
          <p:nvPr/>
        </p:nvCxnSpPr>
        <p:spPr>
          <a:xfrm>
            <a:off x="146957" y="4588329"/>
            <a:ext cx="88584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8" name="Google Shape;638;p73"/>
          <p:cNvCxnSpPr/>
          <p:nvPr/>
        </p:nvCxnSpPr>
        <p:spPr>
          <a:xfrm rot="10800000">
            <a:off x="556543" y="4588243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9" name="Google Shape;639;p73"/>
          <p:cNvSpPr/>
          <p:nvPr/>
        </p:nvSpPr>
        <p:spPr>
          <a:xfrm>
            <a:off x="520888" y="4552673"/>
            <a:ext cx="71400" cy="71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0" name="Google Shape;640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8551" y="287396"/>
            <a:ext cx="8558708" cy="1039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text_yellow">
  <p:cSld name="CUSTOM_2_2">
    <p:bg>
      <p:bgPr>
        <a:gradFill>
          <a:gsLst>
            <a:gs pos="0">
              <a:schemeClr val="dk1"/>
            </a:gs>
            <a:gs pos="10000">
              <a:schemeClr val="dk1"/>
            </a:gs>
            <a:gs pos="56000">
              <a:srgbClr val="FFF895"/>
            </a:gs>
            <a:gs pos="100000">
              <a:srgbClr val="FFC08F"/>
            </a:gs>
          </a:gsLst>
          <a:lin ang="0" scaled="0"/>
        </a:gra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74"/>
          <p:cNvSpPr/>
          <p:nvPr/>
        </p:nvSpPr>
        <p:spPr>
          <a:xfrm>
            <a:off x="560200" y="921625"/>
            <a:ext cx="8447700" cy="36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id="643" name="Google Shape;643;p7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146951" y="138825"/>
            <a:ext cx="8858399" cy="770875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74"/>
          <p:cNvSpPr/>
          <p:nvPr/>
        </p:nvSpPr>
        <p:spPr>
          <a:xfrm>
            <a:off x="146850" y="138725"/>
            <a:ext cx="8858400" cy="48579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5" name="Google Shape;645;p74"/>
          <p:cNvCxnSpPr/>
          <p:nvPr/>
        </p:nvCxnSpPr>
        <p:spPr>
          <a:xfrm>
            <a:off x="146957" y="4588329"/>
            <a:ext cx="88584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6" name="Google Shape;646;p74"/>
          <p:cNvCxnSpPr/>
          <p:nvPr/>
        </p:nvCxnSpPr>
        <p:spPr>
          <a:xfrm rot="10800000">
            <a:off x="7111091" y="4588243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7" name="Google Shape;647;p74"/>
          <p:cNvCxnSpPr/>
          <p:nvPr/>
        </p:nvCxnSpPr>
        <p:spPr>
          <a:xfrm rot="10800000">
            <a:off x="556543" y="138643"/>
            <a:ext cx="0" cy="48579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8" name="Google Shape;648;p74"/>
          <p:cNvCxnSpPr/>
          <p:nvPr/>
        </p:nvCxnSpPr>
        <p:spPr>
          <a:xfrm>
            <a:off x="146957" y="914400"/>
            <a:ext cx="88584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9" name="Google Shape;649;p74"/>
          <p:cNvSpPr/>
          <p:nvPr/>
        </p:nvSpPr>
        <p:spPr>
          <a:xfrm>
            <a:off x="7075436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74"/>
          <p:cNvSpPr/>
          <p:nvPr/>
        </p:nvSpPr>
        <p:spPr>
          <a:xfrm>
            <a:off x="520888" y="4552673"/>
            <a:ext cx="71400" cy="71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74"/>
          <p:cNvSpPr txBox="1"/>
          <p:nvPr>
            <p:ph type="title"/>
          </p:nvPr>
        </p:nvSpPr>
        <p:spPr>
          <a:xfrm>
            <a:off x="752135" y="342550"/>
            <a:ext cx="74421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IBM Plex Mono"/>
              <a:buNone/>
              <a:defRPr sz="2300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2" name="Google Shape;652;p74"/>
          <p:cNvSpPr txBox="1"/>
          <p:nvPr>
            <p:ph idx="1" type="body"/>
          </p:nvPr>
        </p:nvSpPr>
        <p:spPr>
          <a:xfrm>
            <a:off x="758747" y="1104495"/>
            <a:ext cx="7197900" cy="23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pic>
        <p:nvPicPr>
          <p:cNvPr id="653" name="Google Shape;653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510" y="4665435"/>
            <a:ext cx="237583" cy="23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4" name="Google Shape;654;p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24486" y="4694464"/>
            <a:ext cx="1666535" cy="2013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plain_yellow">
  <p:cSld name="CUSTOM_2_2_3">
    <p:bg>
      <p:bgPr>
        <a:gradFill>
          <a:gsLst>
            <a:gs pos="0">
              <a:schemeClr val="dk1"/>
            </a:gs>
            <a:gs pos="10000">
              <a:schemeClr val="dk1"/>
            </a:gs>
            <a:gs pos="56000">
              <a:srgbClr val="FFF895"/>
            </a:gs>
            <a:gs pos="100000">
              <a:srgbClr val="FFC08F"/>
            </a:gs>
          </a:gsLst>
          <a:lin ang="0" scaled="0"/>
        </a:gradFill>
      </p:bgPr>
    </p:bg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75"/>
          <p:cNvSpPr/>
          <p:nvPr/>
        </p:nvSpPr>
        <p:spPr>
          <a:xfrm>
            <a:off x="560200" y="921625"/>
            <a:ext cx="8447700" cy="36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id="657" name="Google Shape;657;p7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146951" y="138825"/>
            <a:ext cx="8858399" cy="770875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75"/>
          <p:cNvSpPr/>
          <p:nvPr/>
        </p:nvSpPr>
        <p:spPr>
          <a:xfrm>
            <a:off x="146850" y="138725"/>
            <a:ext cx="8858400" cy="48579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9" name="Google Shape;659;p75"/>
          <p:cNvCxnSpPr/>
          <p:nvPr/>
        </p:nvCxnSpPr>
        <p:spPr>
          <a:xfrm>
            <a:off x="146957" y="4588329"/>
            <a:ext cx="88584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0" name="Google Shape;660;p75"/>
          <p:cNvCxnSpPr/>
          <p:nvPr/>
        </p:nvCxnSpPr>
        <p:spPr>
          <a:xfrm rot="10800000">
            <a:off x="7111091" y="4588243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1" name="Google Shape;661;p75"/>
          <p:cNvCxnSpPr/>
          <p:nvPr/>
        </p:nvCxnSpPr>
        <p:spPr>
          <a:xfrm rot="10800000">
            <a:off x="556543" y="138643"/>
            <a:ext cx="0" cy="48579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2" name="Google Shape;662;p75"/>
          <p:cNvCxnSpPr/>
          <p:nvPr/>
        </p:nvCxnSpPr>
        <p:spPr>
          <a:xfrm>
            <a:off x="146957" y="914400"/>
            <a:ext cx="88584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3" name="Google Shape;663;p75"/>
          <p:cNvSpPr/>
          <p:nvPr/>
        </p:nvSpPr>
        <p:spPr>
          <a:xfrm>
            <a:off x="7075436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75"/>
          <p:cNvSpPr/>
          <p:nvPr/>
        </p:nvSpPr>
        <p:spPr>
          <a:xfrm>
            <a:off x="520888" y="4552673"/>
            <a:ext cx="71400" cy="71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75"/>
          <p:cNvSpPr txBox="1"/>
          <p:nvPr>
            <p:ph type="title"/>
          </p:nvPr>
        </p:nvSpPr>
        <p:spPr>
          <a:xfrm>
            <a:off x="752135" y="342550"/>
            <a:ext cx="74421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IBM Plex Mono"/>
              <a:buNone/>
              <a:defRPr sz="2300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66" name="Google Shape;666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510" y="4665435"/>
            <a:ext cx="237583" cy="23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7" name="Google Shape;667;p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24486" y="4694464"/>
            <a:ext cx="1666535" cy="2013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graphics_yellow">
  <p:cSld name="CUSTOM_2_2_2">
    <p:bg>
      <p:bgPr>
        <a:gradFill>
          <a:gsLst>
            <a:gs pos="0">
              <a:schemeClr val="dk1"/>
            </a:gs>
            <a:gs pos="10000">
              <a:schemeClr val="dk1"/>
            </a:gs>
            <a:gs pos="56000">
              <a:srgbClr val="FFF895"/>
            </a:gs>
            <a:gs pos="100000">
              <a:srgbClr val="FFC08F"/>
            </a:gs>
          </a:gsLst>
          <a:lin ang="0" scaled="0"/>
        </a:gradFill>
      </p:bgPr>
    </p:bg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76"/>
          <p:cNvSpPr/>
          <p:nvPr/>
        </p:nvSpPr>
        <p:spPr>
          <a:xfrm>
            <a:off x="560200" y="921625"/>
            <a:ext cx="8447700" cy="36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id="670" name="Google Shape;670;p7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146951" y="138825"/>
            <a:ext cx="8858399" cy="770875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76"/>
          <p:cNvSpPr/>
          <p:nvPr/>
        </p:nvSpPr>
        <p:spPr>
          <a:xfrm>
            <a:off x="146850" y="138725"/>
            <a:ext cx="8858400" cy="48579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2" name="Google Shape;672;p76"/>
          <p:cNvCxnSpPr/>
          <p:nvPr/>
        </p:nvCxnSpPr>
        <p:spPr>
          <a:xfrm>
            <a:off x="146957" y="4588329"/>
            <a:ext cx="88584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3" name="Google Shape;673;p76"/>
          <p:cNvCxnSpPr/>
          <p:nvPr/>
        </p:nvCxnSpPr>
        <p:spPr>
          <a:xfrm rot="10800000">
            <a:off x="7111091" y="4588243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4" name="Google Shape;674;p76"/>
          <p:cNvCxnSpPr/>
          <p:nvPr/>
        </p:nvCxnSpPr>
        <p:spPr>
          <a:xfrm rot="10800000">
            <a:off x="556543" y="138643"/>
            <a:ext cx="0" cy="48579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5" name="Google Shape;675;p76"/>
          <p:cNvCxnSpPr/>
          <p:nvPr/>
        </p:nvCxnSpPr>
        <p:spPr>
          <a:xfrm>
            <a:off x="146957" y="914400"/>
            <a:ext cx="88584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6" name="Google Shape;676;p76"/>
          <p:cNvSpPr/>
          <p:nvPr/>
        </p:nvSpPr>
        <p:spPr>
          <a:xfrm>
            <a:off x="7075436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76"/>
          <p:cNvSpPr/>
          <p:nvPr/>
        </p:nvSpPr>
        <p:spPr>
          <a:xfrm>
            <a:off x="520888" y="4552673"/>
            <a:ext cx="71400" cy="71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76"/>
          <p:cNvSpPr txBox="1"/>
          <p:nvPr>
            <p:ph type="title"/>
          </p:nvPr>
        </p:nvSpPr>
        <p:spPr>
          <a:xfrm>
            <a:off x="752135" y="342550"/>
            <a:ext cx="74421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IBM Plex Mono"/>
              <a:buNone/>
              <a:defRPr sz="2300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79" name="Google Shape;679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510" y="4665435"/>
            <a:ext cx="237583" cy="23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0" name="Google Shape;680;p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24486" y="4694464"/>
            <a:ext cx="1666535" cy="201385"/>
          </a:xfrm>
          <a:prstGeom prst="rect">
            <a:avLst/>
          </a:prstGeom>
          <a:noFill/>
          <a:ln>
            <a:noFill/>
          </a:ln>
        </p:spPr>
      </p:pic>
      <p:sp>
        <p:nvSpPr>
          <p:cNvPr id="681" name="Google Shape;681;p76"/>
          <p:cNvSpPr/>
          <p:nvPr>
            <p:ph idx="2" type="pic"/>
          </p:nvPr>
        </p:nvSpPr>
        <p:spPr>
          <a:xfrm>
            <a:off x="752125" y="1103888"/>
            <a:ext cx="8057400" cy="3295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text_violet">
  <p:cSld name="CUSTOM_2_2_1">
    <p:bg>
      <p:bgPr>
        <a:gradFill>
          <a:gsLst>
            <a:gs pos="0">
              <a:schemeClr val="dk1"/>
            </a:gs>
            <a:gs pos="61000">
              <a:srgbClr val="D5C3F7"/>
            </a:gs>
            <a:gs pos="100000">
              <a:srgbClr val="ED92FF"/>
            </a:gs>
          </a:gsLst>
          <a:lin ang="0" scaled="0"/>
        </a:gradFill>
      </p:bgPr>
    </p:bg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77"/>
          <p:cNvSpPr/>
          <p:nvPr/>
        </p:nvSpPr>
        <p:spPr>
          <a:xfrm>
            <a:off x="560200" y="921625"/>
            <a:ext cx="8447700" cy="36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id="684" name="Google Shape;684;p7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5400000">
            <a:off x="4190039" y="-3902062"/>
            <a:ext cx="770899" cy="8852623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77"/>
          <p:cNvSpPr/>
          <p:nvPr/>
        </p:nvSpPr>
        <p:spPr>
          <a:xfrm>
            <a:off x="146850" y="138725"/>
            <a:ext cx="8858400" cy="48579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6" name="Google Shape;686;p77"/>
          <p:cNvCxnSpPr/>
          <p:nvPr/>
        </p:nvCxnSpPr>
        <p:spPr>
          <a:xfrm>
            <a:off x="146957" y="4588329"/>
            <a:ext cx="88584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7" name="Google Shape;687;p77"/>
          <p:cNvCxnSpPr/>
          <p:nvPr/>
        </p:nvCxnSpPr>
        <p:spPr>
          <a:xfrm rot="10800000">
            <a:off x="7111091" y="4588243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8" name="Google Shape;688;p77"/>
          <p:cNvCxnSpPr/>
          <p:nvPr/>
        </p:nvCxnSpPr>
        <p:spPr>
          <a:xfrm rot="10800000">
            <a:off x="556543" y="138643"/>
            <a:ext cx="0" cy="48579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9" name="Google Shape;689;p77"/>
          <p:cNvCxnSpPr/>
          <p:nvPr/>
        </p:nvCxnSpPr>
        <p:spPr>
          <a:xfrm>
            <a:off x="146957" y="914400"/>
            <a:ext cx="88584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0" name="Google Shape;690;p77"/>
          <p:cNvSpPr/>
          <p:nvPr/>
        </p:nvSpPr>
        <p:spPr>
          <a:xfrm>
            <a:off x="7075436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77"/>
          <p:cNvSpPr/>
          <p:nvPr/>
        </p:nvSpPr>
        <p:spPr>
          <a:xfrm>
            <a:off x="520888" y="4552673"/>
            <a:ext cx="71400" cy="71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77"/>
          <p:cNvSpPr txBox="1"/>
          <p:nvPr>
            <p:ph type="title"/>
          </p:nvPr>
        </p:nvSpPr>
        <p:spPr>
          <a:xfrm>
            <a:off x="752135" y="342550"/>
            <a:ext cx="74421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IBM Plex Mono"/>
              <a:buNone/>
              <a:defRPr sz="2300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3" name="Google Shape;693;p77"/>
          <p:cNvSpPr txBox="1"/>
          <p:nvPr>
            <p:ph idx="1" type="body"/>
          </p:nvPr>
        </p:nvSpPr>
        <p:spPr>
          <a:xfrm>
            <a:off x="758747" y="1104495"/>
            <a:ext cx="7197900" cy="23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pic>
        <p:nvPicPr>
          <p:cNvPr id="694" name="Google Shape;694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510" y="4665435"/>
            <a:ext cx="237583" cy="23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5" name="Google Shape;695;p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24486" y="4694464"/>
            <a:ext cx="1666535" cy="2013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plain_violet">
  <p:cSld name="CUSTOM_2_2_1_3">
    <p:bg>
      <p:bgPr>
        <a:gradFill>
          <a:gsLst>
            <a:gs pos="0">
              <a:schemeClr val="dk1"/>
            </a:gs>
            <a:gs pos="61000">
              <a:srgbClr val="D5C3F7"/>
            </a:gs>
            <a:gs pos="100000">
              <a:srgbClr val="ED92FF"/>
            </a:gs>
          </a:gsLst>
          <a:lin ang="0" scaled="0"/>
        </a:gra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78"/>
          <p:cNvSpPr/>
          <p:nvPr/>
        </p:nvSpPr>
        <p:spPr>
          <a:xfrm>
            <a:off x="560200" y="921625"/>
            <a:ext cx="8447700" cy="36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id="698" name="Google Shape;698;p7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5400000">
            <a:off x="4190039" y="-3902062"/>
            <a:ext cx="770899" cy="8852623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78"/>
          <p:cNvSpPr/>
          <p:nvPr/>
        </p:nvSpPr>
        <p:spPr>
          <a:xfrm>
            <a:off x="146850" y="138725"/>
            <a:ext cx="8858400" cy="48579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0" name="Google Shape;700;p78"/>
          <p:cNvCxnSpPr/>
          <p:nvPr/>
        </p:nvCxnSpPr>
        <p:spPr>
          <a:xfrm>
            <a:off x="146957" y="4588329"/>
            <a:ext cx="88584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1" name="Google Shape;701;p78"/>
          <p:cNvCxnSpPr/>
          <p:nvPr/>
        </p:nvCxnSpPr>
        <p:spPr>
          <a:xfrm rot="10800000">
            <a:off x="7111091" y="4588243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2" name="Google Shape;702;p78"/>
          <p:cNvCxnSpPr/>
          <p:nvPr/>
        </p:nvCxnSpPr>
        <p:spPr>
          <a:xfrm rot="10800000">
            <a:off x="556543" y="138643"/>
            <a:ext cx="0" cy="48579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3" name="Google Shape;703;p78"/>
          <p:cNvCxnSpPr/>
          <p:nvPr/>
        </p:nvCxnSpPr>
        <p:spPr>
          <a:xfrm>
            <a:off x="146957" y="914400"/>
            <a:ext cx="88584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4" name="Google Shape;704;p78"/>
          <p:cNvSpPr/>
          <p:nvPr/>
        </p:nvSpPr>
        <p:spPr>
          <a:xfrm>
            <a:off x="7075436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78"/>
          <p:cNvSpPr/>
          <p:nvPr/>
        </p:nvSpPr>
        <p:spPr>
          <a:xfrm>
            <a:off x="520888" y="4552673"/>
            <a:ext cx="71400" cy="71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78"/>
          <p:cNvSpPr txBox="1"/>
          <p:nvPr>
            <p:ph type="title"/>
          </p:nvPr>
        </p:nvSpPr>
        <p:spPr>
          <a:xfrm>
            <a:off x="752135" y="342550"/>
            <a:ext cx="74421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IBM Plex Mono"/>
              <a:buNone/>
              <a:defRPr sz="2300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707" name="Google Shape;707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510" y="4665435"/>
            <a:ext cx="237583" cy="23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8" name="Google Shape;708;p7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24486" y="4694464"/>
            <a:ext cx="1666535" cy="2013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graphics_violet">
  <p:cSld name="CUSTOM_2_2_1_2">
    <p:bg>
      <p:bgPr>
        <a:gradFill>
          <a:gsLst>
            <a:gs pos="0">
              <a:schemeClr val="dk1"/>
            </a:gs>
            <a:gs pos="61000">
              <a:srgbClr val="D5C3F7"/>
            </a:gs>
            <a:gs pos="100000">
              <a:srgbClr val="ED92FF"/>
            </a:gs>
          </a:gsLst>
          <a:lin ang="0" scaled="0"/>
        </a:gra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79"/>
          <p:cNvSpPr/>
          <p:nvPr/>
        </p:nvSpPr>
        <p:spPr>
          <a:xfrm>
            <a:off x="560200" y="921625"/>
            <a:ext cx="8447700" cy="36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id="711" name="Google Shape;711;p7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5400000">
            <a:off x="4190039" y="-3902062"/>
            <a:ext cx="770899" cy="8852623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Google Shape;712;p79"/>
          <p:cNvSpPr/>
          <p:nvPr/>
        </p:nvSpPr>
        <p:spPr>
          <a:xfrm>
            <a:off x="146850" y="138725"/>
            <a:ext cx="8858400" cy="48579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3" name="Google Shape;713;p79"/>
          <p:cNvCxnSpPr/>
          <p:nvPr/>
        </p:nvCxnSpPr>
        <p:spPr>
          <a:xfrm>
            <a:off x="146957" y="4588329"/>
            <a:ext cx="88584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4" name="Google Shape;714;p79"/>
          <p:cNvCxnSpPr/>
          <p:nvPr/>
        </p:nvCxnSpPr>
        <p:spPr>
          <a:xfrm rot="10800000">
            <a:off x="7111091" y="4588243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5" name="Google Shape;715;p79"/>
          <p:cNvCxnSpPr/>
          <p:nvPr/>
        </p:nvCxnSpPr>
        <p:spPr>
          <a:xfrm rot="10800000">
            <a:off x="556543" y="138643"/>
            <a:ext cx="0" cy="48579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6" name="Google Shape;716;p79"/>
          <p:cNvCxnSpPr/>
          <p:nvPr/>
        </p:nvCxnSpPr>
        <p:spPr>
          <a:xfrm>
            <a:off x="146957" y="914400"/>
            <a:ext cx="88584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7" name="Google Shape;717;p79"/>
          <p:cNvSpPr/>
          <p:nvPr/>
        </p:nvSpPr>
        <p:spPr>
          <a:xfrm>
            <a:off x="7075436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79"/>
          <p:cNvSpPr/>
          <p:nvPr/>
        </p:nvSpPr>
        <p:spPr>
          <a:xfrm>
            <a:off x="520888" y="4552673"/>
            <a:ext cx="71400" cy="71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79"/>
          <p:cNvSpPr txBox="1"/>
          <p:nvPr>
            <p:ph type="title"/>
          </p:nvPr>
        </p:nvSpPr>
        <p:spPr>
          <a:xfrm>
            <a:off x="752135" y="342550"/>
            <a:ext cx="74421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IBM Plex Mono"/>
              <a:buNone/>
              <a:defRPr sz="2300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720" name="Google Shape;720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510" y="4665435"/>
            <a:ext cx="237583" cy="23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1" name="Google Shape;721;p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24486" y="4694464"/>
            <a:ext cx="1666535" cy="201385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79"/>
          <p:cNvSpPr/>
          <p:nvPr>
            <p:ph idx="2" type="pic"/>
          </p:nvPr>
        </p:nvSpPr>
        <p:spPr>
          <a:xfrm>
            <a:off x="752125" y="1103888"/>
            <a:ext cx="8057400" cy="3295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text_red">
  <p:cSld name="CUSTOM_2_2_1_1">
    <p:bg>
      <p:bgPr>
        <a:gradFill>
          <a:gsLst>
            <a:gs pos="0">
              <a:schemeClr val="dk1"/>
            </a:gs>
            <a:gs pos="72000">
              <a:srgbClr val="FBB0A5"/>
            </a:gs>
            <a:gs pos="100000">
              <a:srgbClr val="FF637D"/>
            </a:gs>
          </a:gsLst>
          <a:lin ang="0" scaled="0"/>
        </a:gradFill>
      </p:bgPr>
    </p:bg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80"/>
          <p:cNvSpPr/>
          <p:nvPr/>
        </p:nvSpPr>
        <p:spPr>
          <a:xfrm>
            <a:off x="560200" y="921625"/>
            <a:ext cx="8447700" cy="36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id="725" name="Google Shape;725;p8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5400000">
            <a:off x="4193661" y="-3907912"/>
            <a:ext cx="770901" cy="8864323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80"/>
          <p:cNvSpPr/>
          <p:nvPr/>
        </p:nvSpPr>
        <p:spPr>
          <a:xfrm>
            <a:off x="146850" y="138725"/>
            <a:ext cx="8858400" cy="48579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7" name="Google Shape;727;p80"/>
          <p:cNvCxnSpPr/>
          <p:nvPr/>
        </p:nvCxnSpPr>
        <p:spPr>
          <a:xfrm>
            <a:off x="146957" y="4588329"/>
            <a:ext cx="88584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8" name="Google Shape;728;p80"/>
          <p:cNvCxnSpPr/>
          <p:nvPr/>
        </p:nvCxnSpPr>
        <p:spPr>
          <a:xfrm rot="10800000">
            <a:off x="7111091" y="4588243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9" name="Google Shape;729;p80"/>
          <p:cNvCxnSpPr/>
          <p:nvPr/>
        </p:nvCxnSpPr>
        <p:spPr>
          <a:xfrm rot="10800000">
            <a:off x="556543" y="138643"/>
            <a:ext cx="0" cy="48579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0" name="Google Shape;730;p80"/>
          <p:cNvCxnSpPr/>
          <p:nvPr/>
        </p:nvCxnSpPr>
        <p:spPr>
          <a:xfrm>
            <a:off x="146957" y="914400"/>
            <a:ext cx="88584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1" name="Google Shape;731;p80"/>
          <p:cNvSpPr/>
          <p:nvPr/>
        </p:nvSpPr>
        <p:spPr>
          <a:xfrm>
            <a:off x="7075436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80"/>
          <p:cNvSpPr/>
          <p:nvPr/>
        </p:nvSpPr>
        <p:spPr>
          <a:xfrm>
            <a:off x="520888" y="4552673"/>
            <a:ext cx="71400" cy="71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80"/>
          <p:cNvSpPr txBox="1"/>
          <p:nvPr>
            <p:ph type="title"/>
          </p:nvPr>
        </p:nvSpPr>
        <p:spPr>
          <a:xfrm>
            <a:off x="752135" y="342550"/>
            <a:ext cx="74421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IBM Plex Mono"/>
              <a:buNone/>
              <a:defRPr sz="2300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34" name="Google Shape;734;p80"/>
          <p:cNvSpPr txBox="1"/>
          <p:nvPr>
            <p:ph idx="1" type="body"/>
          </p:nvPr>
        </p:nvSpPr>
        <p:spPr>
          <a:xfrm>
            <a:off x="758747" y="1104495"/>
            <a:ext cx="7197900" cy="23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pic>
        <p:nvPicPr>
          <p:cNvPr id="735" name="Google Shape;735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510" y="4665435"/>
            <a:ext cx="237583" cy="23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6" name="Google Shape;736;p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24486" y="4694464"/>
            <a:ext cx="1666535" cy="2013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plain_red">
  <p:cSld name="CUSTOM_2_2_1_1_2">
    <p:bg>
      <p:bgPr>
        <a:gradFill>
          <a:gsLst>
            <a:gs pos="0">
              <a:schemeClr val="dk1"/>
            </a:gs>
            <a:gs pos="72000">
              <a:srgbClr val="FBB0A5"/>
            </a:gs>
            <a:gs pos="100000">
              <a:srgbClr val="FF637D"/>
            </a:gs>
          </a:gsLst>
          <a:lin ang="0" scaled="0"/>
        </a:gradFill>
      </p:bgPr>
    </p:bg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81"/>
          <p:cNvSpPr/>
          <p:nvPr/>
        </p:nvSpPr>
        <p:spPr>
          <a:xfrm>
            <a:off x="560200" y="921625"/>
            <a:ext cx="8447700" cy="36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id="739" name="Google Shape;739;p8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5400000">
            <a:off x="4193661" y="-3907912"/>
            <a:ext cx="770901" cy="8864323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81"/>
          <p:cNvSpPr/>
          <p:nvPr/>
        </p:nvSpPr>
        <p:spPr>
          <a:xfrm>
            <a:off x="146850" y="138725"/>
            <a:ext cx="8858400" cy="48579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1" name="Google Shape;741;p81"/>
          <p:cNvCxnSpPr/>
          <p:nvPr/>
        </p:nvCxnSpPr>
        <p:spPr>
          <a:xfrm>
            <a:off x="146957" y="4588329"/>
            <a:ext cx="88584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2" name="Google Shape;742;p81"/>
          <p:cNvCxnSpPr/>
          <p:nvPr/>
        </p:nvCxnSpPr>
        <p:spPr>
          <a:xfrm rot="10800000">
            <a:off x="7111091" y="4588243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3" name="Google Shape;743;p81"/>
          <p:cNvCxnSpPr/>
          <p:nvPr/>
        </p:nvCxnSpPr>
        <p:spPr>
          <a:xfrm rot="10800000">
            <a:off x="556543" y="138643"/>
            <a:ext cx="0" cy="48579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4" name="Google Shape;744;p81"/>
          <p:cNvCxnSpPr/>
          <p:nvPr/>
        </p:nvCxnSpPr>
        <p:spPr>
          <a:xfrm>
            <a:off x="146957" y="914400"/>
            <a:ext cx="88584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5" name="Google Shape;745;p81"/>
          <p:cNvSpPr/>
          <p:nvPr/>
        </p:nvSpPr>
        <p:spPr>
          <a:xfrm>
            <a:off x="7075436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81"/>
          <p:cNvSpPr/>
          <p:nvPr/>
        </p:nvSpPr>
        <p:spPr>
          <a:xfrm>
            <a:off x="520888" y="4552673"/>
            <a:ext cx="71400" cy="71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81"/>
          <p:cNvSpPr txBox="1"/>
          <p:nvPr>
            <p:ph type="title"/>
          </p:nvPr>
        </p:nvSpPr>
        <p:spPr>
          <a:xfrm>
            <a:off x="752135" y="342550"/>
            <a:ext cx="74421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IBM Plex Mono"/>
              <a:buNone/>
              <a:defRPr sz="2300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748" name="Google Shape;748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510" y="4665435"/>
            <a:ext cx="237583" cy="23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9" name="Google Shape;749;p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24486" y="4694464"/>
            <a:ext cx="1666535" cy="2013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graphics_red">
  <p:cSld name="CUSTOM_2_2_1_1_1">
    <p:bg>
      <p:bgPr>
        <a:gradFill>
          <a:gsLst>
            <a:gs pos="0">
              <a:schemeClr val="dk1"/>
            </a:gs>
            <a:gs pos="72000">
              <a:srgbClr val="FBB0A5"/>
            </a:gs>
            <a:gs pos="100000">
              <a:srgbClr val="FF637D"/>
            </a:gs>
          </a:gsLst>
          <a:lin ang="0" scaled="0"/>
        </a:gra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82"/>
          <p:cNvSpPr/>
          <p:nvPr/>
        </p:nvSpPr>
        <p:spPr>
          <a:xfrm>
            <a:off x="560200" y="921625"/>
            <a:ext cx="8447700" cy="36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id="752" name="Google Shape;752;p8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5400000">
            <a:off x="4193661" y="-3907912"/>
            <a:ext cx="770901" cy="8864323"/>
          </a:xfrm>
          <a:prstGeom prst="rect">
            <a:avLst/>
          </a:prstGeom>
          <a:noFill/>
          <a:ln>
            <a:noFill/>
          </a:ln>
        </p:spPr>
      </p:pic>
      <p:sp>
        <p:nvSpPr>
          <p:cNvPr id="753" name="Google Shape;753;p82"/>
          <p:cNvSpPr/>
          <p:nvPr/>
        </p:nvSpPr>
        <p:spPr>
          <a:xfrm>
            <a:off x="146850" y="138725"/>
            <a:ext cx="8858400" cy="48579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4" name="Google Shape;754;p82"/>
          <p:cNvCxnSpPr/>
          <p:nvPr/>
        </p:nvCxnSpPr>
        <p:spPr>
          <a:xfrm>
            <a:off x="146957" y="4588329"/>
            <a:ext cx="88584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5" name="Google Shape;755;p82"/>
          <p:cNvCxnSpPr/>
          <p:nvPr/>
        </p:nvCxnSpPr>
        <p:spPr>
          <a:xfrm rot="10800000">
            <a:off x="7111091" y="4588243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6" name="Google Shape;756;p82"/>
          <p:cNvCxnSpPr/>
          <p:nvPr/>
        </p:nvCxnSpPr>
        <p:spPr>
          <a:xfrm rot="10800000">
            <a:off x="556543" y="138643"/>
            <a:ext cx="0" cy="48579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7" name="Google Shape;757;p82"/>
          <p:cNvCxnSpPr/>
          <p:nvPr/>
        </p:nvCxnSpPr>
        <p:spPr>
          <a:xfrm>
            <a:off x="146957" y="914400"/>
            <a:ext cx="88584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8" name="Google Shape;758;p82"/>
          <p:cNvSpPr/>
          <p:nvPr/>
        </p:nvSpPr>
        <p:spPr>
          <a:xfrm>
            <a:off x="7075436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82"/>
          <p:cNvSpPr/>
          <p:nvPr/>
        </p:nvSpPr>
        <p:spPr>
          <a:xfrm>
            <a:off x="520888" y="4552673"/>
            <a:ext cx="71400" cy="71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82"/>
          <p:cNvSpPr txBox="1"/>
          <p:nvPr>
            <p:ph type="title"/>
          </p:nvPr>
        </p:nvSpPr>
        <p:spPr>
          <a:xfrm>
            <a:off x="752135" y="342550"/>
            <a:ext cx="74421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IBM Plex Mono"/>
              <a:buNone/>
              <a:defRPr sz="2300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761" name="Google Shape;761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510" y="4665435"/>
            <a:ext cx="237583" cy="23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2" name="Google Shape;762;p8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24486" y="4694464"/>
            <a:ext cx="1666535" cy="201385"/>
          </a:xfrm>
          <a:prstGeom prst="rect">
            <a:avLst/>
          </a:prstGeom>
          <a:noFill/>
          <a:ln>
            <a:noFill/>
          </a:ln>
        </p:spPr>
      </p:pic>
      <p:sp>
        <p:nvSpPr>
          <p:cNvPr id="763" name="Google Shape;763;p82"/>
          <p:cNvSpPr/>
          <p:nvPr>
            <p:ph idx="2" type="pic"/>
          </p:nvPr>
        </p:nvSpPr>
        <p:spPr>
          <a:xfrm>
            <a:off x="752125" y="1103888"/>
            <a:ext cx="8057400" cy="3295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plain_blue">
  <p:cSld name="CUSTOM_2_3">
    <p:bg>
      <p:bgPr>
        <a:gradFill>
          <a:gsLst>
            <a:gs pos="0">
              <a:schemeClr val="dk1"/>
            </a:gs>
            <a:gs pos="38000">
              <a:schemeClr val="dk1"/>
            </a:gs>
            <a:gs pos="83000">
              <a:srgbClr val="89CCFE"/>
            </a:gs>
            <a:gs pos="100000">
              <a:srgbClr val="868CFE"/>
            </a:gs>
          </a:gsLst>
          <a:lin ang="0" scaled="0"/>
        </a:gradFill>
      </p:bgPr>
    </p:bg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83"/>
          <p:cNvSpPr/>
          <p:nvPr/>
        </p:nvSpPr>
        <p:spPr>
          <a:xfrm>
            <a:off x="560200" y="921625"/>
            <a:ext cx="8447700" cy="36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id="766" name="Google Shape;766;p8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5400000">
            <a:off x="4188275" y="-3902530"/>
            <a:ext cx="775609" cy="8858251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Google Shape;767;p83"/>
          <p:cNvSpPr/>
          <p:nvPr/>
        </p:nvSpPr>
        <p:spPr>
          <a:xfrm>
            <a:off x="146850" y="138725"/>
            <a:ext cx="8858400" cy="48579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8" name="Google Shape;768;p83"/>
          <p:cNvCxnSpPr/>
          <p:nvPr/>
        </p:nvCxnSpPr>
        <p:spPr>
          <a:xfrm>
            <a:off x="146957" y="4588329"/>
            <a:ext cx="88584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9" name="Google Shape;769;p83"/>
          <p:cNvCxnSpPr/>
          <p:nvPr/>
        </p:nvCxnSpPr>
        <p:spPr>
          <a:xfrm rot="10800000">
            <a:off x="7111091" y="4588243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0" name="Google Shape;770;p83"/>
          <p:cNvCxnSpPr/>
          <p:nvPr/>
        </p:nvCxnSpPr>
        <p:spPr>
          <a:xfrm rot="10800000">
            <a:off x="556543" y="138643"/>
            <a:ext cx="0" cy="48579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1" name="Google Shape;771;p83"/>
          <p:cNvCxnSpPr/>
          <p:nvPr/>
        </p:nvCxnSpPr>
        <p:spPr>
          <a:xfrm>
            <a:off x="146957" y="914400"/>
            <a:ext cx="88584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2" name="Google Shape;772;p83"/>
          <p:cNvSpPr/>
          <p:nvPr/>
        </p:nvSpPr>
        <p:spPr>
          <a:xfrm>
            <a:off x="7075436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83"/>
          <p:cNvSpPr/>
          <p:nvPr/>
        </p:nvSpPr>
        <p:spPr>
          <a:xfrm>
            <a:off x="520888" y="4552673"/>
            <a:ext cx="71400" cy="71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83"/>
          <p:cNvSpPr txBox="1"/>
          <p:nvPr>
            <p:ph type="title"/>
          </p:nvPr>
        </p:nvSpPr>
        <p:spPr>
          <a:xfrm>
            <a:off x="752135" y="342550"/>
            <a:ext cx="74421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IBM Plex Mono"/>
              <a:buNone/>
              <a:defRPr sz="2300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5" name="Google Shape;775;p83"/>
          <p:cNvSpPr/>
          <p:nvPr/>
        </p:nvSpPr>
        <p:spPr>
          <a:xfrm>
            <a:off x="243510" y="4665435"/>
            <a:ext cx="237583" cy="238625"/>
          </a:xfrm>
          <a:prstGeom prst="rect">
            <a:avLst/>
          </a:prstGeom>
          <a:noFill/>
          <a:ln>
            <a:noFill/>
          </a:ln>
        </p:spPr>
      </p:sp>
      <p:pic>
        <p:nvPicPr>
          <p:cNvPr id="776" name="Google Shape;776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4486" y="4694464"/>
            <a:ext cx="1666535" cy="2013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logo_blue 1">
  <p:cSld name="TITLE_AND_BODY_2_1_1_3">
    <p:bg>
      <p:bgPr>
        <a:gradFill>
          <a:gsLst>
            <a:gs pos="0">
              <a:schemeClr val="dk1"/>
            </a:gs>
            <a:gs pos="29000">
              <a:schemeClr val="dk1"/>
            </a:gs>
            <a:gs pos="71000">
              <a:srgbClr val="89CCFE"/>
            </a:gs>
            <a:gs pos="100000">
              <a:srgbClr val="868CFE"/>
            </a:gs>
          </a:gsLst>
          <a:lin ang="5400700" scaled="0"/>
        </a:gradFill>
      </p:bgPr>
    </p:bg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" name="Google Shape;778;p8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11100" y="143450"/>
            <a:ext cx="1894250" cy="4853100"/>
          </a:xfrm>
          <a:prstGeom prst="rect">
            <a:avLst/>
          </a:prstGeom>
          <a:noFill/>
          <a:ln>
            <a:noFill/>
          </a:ln>
        </p:spPr>
      </p:pic>
      <p:sp>
        <p:nvSpPr>
          <p:cNvPr id="779" name="Google Shape;779;p84"/>
          <p:cNvSpPr/>
          <p:nvPr/>
        </p:nvSpPr>
        <p:spPr>
          <a:xfrm>
            <a:off x="146957" y="138793"/>
            <a:ext cx="8858400" cy="4857900"/>
          </a:xfrm>
          <a:prstGeom prst="rect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0" name="Google Shape;780;p84"/>
          <p:cNvCxnSpPr/>
          <p:nvPr/>
        </p:nvCxnSpPr>
        <p:spPr>
          <a:xfrm>
            <a:off x="146957" y="4588329"/>
            <a:ext cx="88584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1" name="Google Shape;781;p84"/>
          <p:cNvCxnSpPr/>
          <p:nvPr/>
        </p:nvCxnSpPr>
        <p:spPr>
          <a:xfrm rot="10800000">
            <a:off x="7111091" y="143443"/>
            <a:ext cx="0" cy="48531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2" name="Google Shape;782;p84"/>
          <p:cNvCxnSpPr/>
          <p:nvPr/>
        </p:nvCxnSpPr>
        <p:spPr>
          <a:xfrm rot="10800000">
            <a:off x="556543" y="4588243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3" name="Google Shape;783;p84"/>
          <p:cNvSpPr/>
          <p:nvPr/>
        </p:nvSpPr>
        <p:spPr>
          <a:xfrm>
            <a:off x="7075436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84"/>
          <p:cNvSpPr/>
          <p:nvPr/>
        </p:nvSpPr>
        <p:spPr>
          <a:xfrm>
            <a:off x="520888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5" name="Google Shape;785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4486" y="4694464"/>
            <a:ext cx="1666535" cy="201385"/>
          </a:xfrm>
          <a:prstGeom prst="rect">
            <a:avLst/>
          </a:prstGeom>
          <a:noFill/>
          <a:ln>
            <a:noFill/>
          </a:ln>
        </p:spPr>
      </p:pic>
      <p:sp>
        <p:nvSpPr>
          <p:cNvPr id="786" name="Google Shape;786;p84"/>
          <p:cNvSpPr txBox="1"/>
          <p:nvPr>
            <p:ph type="title"/>
          </p:nvPr>
        </p:nvSpPr>
        <p:spPr>
          <a:xfrm>
            <a:off x="360550" y="342550"/>
            <a:ext cx="6465600" cy="15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IBM Plex Mono"/>
              <a:buNone/>
              <a:defRPr sz="4000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7" name="Google Shape;787;p84"/>
          <p:cNvSpPr/>
          <p:nvPr/>
        </p:nvSpPr>
        <p:spPr>
          <a:xfrm>
            <a:off x="243510" y="4665435"/>
            <a:ext cx="237583" cy="238625"/>
          </a:xfrm>
          <a:prstGeom prst="rect">
            <a:avLst/>
          </a:prstGeom>
          <a:noFill/>
          <a:ln>
            <a:noFill/>
          </a:ln>
        </p:spPr>
      </p:sp>
      <p:sp>
        <p:nvSpPr>
          <p:cNvPr id="788" name="Google Shape;788;p84"/>
          <p:cNvSpPr txBox="1"/>
          <p:nvPr>
            <p:ph idx="2" type="title"/>
          </p:nvPr>
        </p:nvSpPr>
        <p:spPr>
          <a:xfrm>
            <a:off x="365425" y="2262729"/>
            <a:ext cx="4866300" cy="8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71C"/>
              </a:buClr>
              <a:buSzPts val="2800"/>
              <a:buFont typeface="IBM Plex Mono"/>
              <a:buNone/>
              <a:defRPr>
                <a:solidFill>
                  <a:srgbClr val="20271C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2_1" showMasterSp="0">
  <p:cSld name="TITLE_AND_BODY_2_1">
    <p:bg>
      <p:bgPr>
        <a:gradFill>
          <a:gsLst>
            <a:gs pos="0">
              <a:srgbClr val="FFFFFF"/>
            </a:gs>
            <a:gs pos="38000">
              <a:srgbClr val="FFFFFF"/>
            </a:gs>
            <a:gs pos="83000">
              <a:srgbClr val="89CCFE"/>
            </a:gs>
            <a:gs pos="100000">
              <a:srgbClr val="868CFE"/>
            </a:gs>
          </a:gsLst>
          <a:lin ang="16198662" scaled="0"/>
        </a:gradFill>
      </p:bgPr>
    </p:bg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90" name="Google Shape;790;p85"/>
          <p:cNvCxnSpPr/>
          <p:nvPr/>
        </p:nvCxnSpPr>
        <p:spPr>
          <a:xfrm>
            <a:off x="-14868" y="4744446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15181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1" name="Google Shape;791;p85"/>
          <p:cNvCxnSpPr/>
          <p:nvPr/>
        </p:nvCxnSpPr>
        <p:spPr>
          <a:xfrm rot="10800000">
            <a:off x="7097492" y="4744361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2" name="Google Shape;792;p85"/>
          <p:cNvCxnSpPr/>
          <p:nvPr/>
        </p:nvCxnSpPr>
        <p:spPr>
          <a:xfrm rot="10800000">
            <a:off x="542944" y="4744361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3" name="Google Shape;793;p85"/>
          <p:cNvSpPr/>
          <p:nvPr/>
        </p:nvSpPr>
        <p:spPr>
          <a:xfrm>
            <a:off x="7060568" y="4708790"/>
            <a:ext cx="71400" cy="71400"/>
          </a:xfrm>
          <a:prstGeom prst="ellipse">
            <a:avLst/>
          </a:prstGeom>
          <a:solidFill>
            <a:srgbClr val="15181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81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5181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85"/>
          <p:cNvSpPr/>
          <p:nvPr/>
        </p:nvSpPr>
        <p:spPr>
          <a:xfrm>
            <a:off x="506019" y="4708790"/>
            <a:ext cx="71400" cy="71400"/>
          </a:xfrm>
          <a:prstGeom prst="ellipse">
            <a:avLst/>
          </a:prstGeom>
          <a:solidFill>
            <a:srgbClr val="15181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81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5181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oogle Shape;27;p12" id="795" name="Google Shape;795;p8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8642" y="4821551"/>
            <a:ext cx="237584" cy="238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oogle Shape;28;p12" id="796" name="Google Shape;796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09618" y="4850581"/>
            <a:ext cx="1666535" cy="201386"/>
          </a:xfrm>
          <a:prstGeom prst="rect">
            <a:avLst/>
          </a:prstGeom>
          <a:noFill/>
          <a:ln>
            <a:noFill/>
          </a:ln>
        </p:spPr>
      </p:pic>
      <p:sp>
        <p:nvSpPr>
          <p:cNvPr id="797" name="Google Shape;797;p85"/>
          <p:cNvSpPr txBox="1"/>
          <p:nvPr>
            <p:ph type="title"/>
          </p:nvPr>
        </p:nvSpPr>
        <p:spPr>
          <a:xfrm>
            <a:off x="362300" y="342549"/>
            <a:ext cx="74421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Inter"/>
              <a:buNone/>
              <a:defRPr sz="2300"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798" name="Google Shape;798;p85"/>
          <p:cNvSpPr txBox="1"/>
          <p:nvPr>
            <p:ph idx="1" type="body"/>
          </p:nvPr>
        </p:nvSpPr>
        <p:spPr>
          <a:xfrm>
            <a:off x="305263" y="914406"/>
            <a:ext cx="7197900" cy="23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99" name="Google Shape;799;p85"/>
          <p:cNvSpPr txBox="1"/>
          <p:nvPr>
            <p:ph idx="12" type="sldNum"/>
          </p:nvPr>
        </p:nvSpPr>
        <p:spPr>
          <a:xfrm>
            <a:off x="4419600" y="4627562"/>
            <a:ext cx="213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40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logo_blue 2">
  <p:cSld name="TITLE_AND_BODY_2_1_1_4">
    <p:bg>
      <p:bgPr>
        <a:gradFill>
          <a:gsLst>
            <a:gs pos="0">
              <a:schemeClr val="dk1"/>
            </a:gs>
            <a:gs pos="29000">
              <a:schemeClr val="dk1"/>
            </a:gs>
            <a:gs pos="71000">
              <a:srgbClr val="89CCFE"/>
            </a:gs>
            <a:gs pos="100000">
              <a:srgbClr val="868CFE"/>
            </a:gs>
          </a:gsLst>
          <a:lin ang="5400700" scaled="0"/>
        </a:gradFill>
      </p:bgPr>
    </p:bg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1" name="Google Shape;801;p8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11100" y="143450"/>
            <a:ext cx="1894250" cy="4853100"/>
          </a:xfrm>
          <a:prstGeom prst="rect">
            <a:avLst/>
          </a:prstGeom>
          <a:noFill/>
          <a:ln>
            <a:noFill/>
          </a:ln>
        </p:spPr>
      </p:pic>
      <p:sp>
        <p:nvSpPr>
          <p:cNvPr id="802" name="Google Shape;802;p86"/>
          <p:cNvSpPr/>
          <p:nvPr/>
        </p:nvSpPr>
        <p:spPr>
          <a:xfrm>
            <a:off x="146957" y="138793"/>
            <a:ext cx="8858400" cy="4857900"/>
          </a:xfrm>
          <a:prstGeom prst="rect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3" name="Google Shape;803;p86"/>
          <p:cNvCxnSpPr/>
          <p:nvPr/>
        </p:nvCxnSpPr>
        <p:spPr>
          <a:xfrm>
            <a:off x="146957" y="4588329"/>
            <a:ext cx="88584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4" name="Google Shape;804;p86"/>
          <p:cNvCxnSpPr/>
          <p:nvPr/>
        </p:nvCxnSpPr>
        <p:spPr>
          <a:xfrm rot="10800000">
            <a:off x="7111091" y="143443"/>
            <a:ext cx="0" cy="48531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5" name="Google Shape;805;p86"/>
          <p:cNvCxnSpPr/>
          <p:nvPr/>
        </p:nvCxnSpPr>
        <p:spPr>
          <a:xfrm rot="10800000">
            <a:off x="556543" y="4588243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6" name="Google Shape;806;p86"/>
          <p:cNvSpPr/>
          <p:nvPr/>
        </p:nvSpPr>
        <p:spPr>
          <a:xfrm>
            <a:off x="7075436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86"/>
          <p:cNvSpPr/>
          <p:nvPr/>
        </p:nvSpPr>
        <p:spPr>
          <a:xfrm>
            <a:off x="520888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8" name="Google Shape;808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4486" y="4694464"/>
            <a:ext cx="1666535" cy="201385"/>
          </a:xfrm>
          <a:prstGeom prst="rect">
            <a:avLst/>
          </a:prstGeom>
          <a:noFill/>
          <a:ln>
            <a:noFill/>
          </a:ln>
        </p:spPr>
      </p:pic>
      <p:sp>
        <p:nvSpPr>
          <p:cNvPr id="809" name="Google Shape;809;p86"/>
          <p:cNvSpPr txBox="1"/>
          <p:nvPr>
            <p:ph type="title"/>
          </p:nvPr>
        </p:nvSpPr>
        <p:spPr>
          <a:xfrm>
            <a:off x="360550" y="342550"/>
            <a:ext cx="6465600" cy="15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IBM Plex Mono"/>
              <a:buNone/>
              <a:defRPr sz="4000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0" name="Google Shape;810;p86"/>
          <p:cNvSpPr/>
          <p:nvPr/>
        </p:nvSpPr>
        <p:spPr>
          <a:xfrm>
            <a:off x="243510" y="4665435"/>
            <a:ext cx="237583" cy="238625"/>
          </a:xfrm>
          <a:prstGeom prst="rect">
            <a:avLst/>
          </a:prstGeom>
          <a:noFill/>
          <a:ln>
            <a:noFill/>
          </a:ln>
        </p:spPr>
      </p:sp>
      <p:sp>
        <p:nvSpPr>
          <p:cNvPr id="811" name="Google Shape;811;p86"/>
          <p:cNvSpPr txBox="1"/>
          <p:nvPr>
            <p:ph idx="2" type="title"/>
          </p:nvPr>
        </p:nvSpPr>
        <p:spPr>
          <a:xfrm>
            <a:off x="365425" y="2262729"/>
            <a:ext cx="4866300" cy="8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71C"/>
              </a:buClr>
              <a:buSzPts val="2800"/>
              <a:buFont typeface="IBM Plex Mono"/>
              <a:buNone/>
              <a:defRPr>
                <a:solidFill>
                  <a:srgbClr val="20271C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light" type="tx">
  <p:cSld name="TITLE_AND_BODY"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3" name="Google Shape;813;p87" title="bg 6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p87"/>
          <p:cNvSpPr txBox="1"/>
          <p:nvPr>
            <p:ph type="title"/>
          </p:nvPr>
        </p:nvSpPr>
        <p:spPr>
          <a:xfrm>
            <a:off x="311700" y="28627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5" name="Google Shape;815;p8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eric points - dark">
  <p:cSld name="CUSTOM_6_1"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7" name="Google Shape;817;p88" title="bg 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53325"/>
          </a:xfrm>
          <a:prstGeom prst="rect">
            <a:avLst/>
          </a:prstGeom>
          <a:noFill/>
          <a:ln>
            <a:noFill/>
          </a:ln>
        </p:spPr>
      </p:pic>
      <p:sp>
        <p:nvSpPr>
          <p:cNvPr id="818" name="Google Shape;818;p88"/>
          <p:cNvSpPr txBox="1"/>
          <p:nvPr>
            <p:ph type="title"/>
          </p:nvPr>
        </p:nvSpPr>
        <p:spPr>
          <a:xfrm>
            <a:off x="311700" y="286263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80C8FF"/>
              </a:buClr>
              <a:buSzPts val="2800"/>
              <a:buNone/>
              <a:defRPr>
                <a:solidFill>
                  <a:srgbClr val="80C8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9" name="Google Shape;819;p88"/>
          <p:cNvSpPr txBox="1"/>
          <p:nvPr>
            <p:ph idx="1" type="subTitle"/>
          </p:nvPr>
        </p:nvSpPr>
        <p:spPr>
          <a:xfrm>
            <a:off x="1502700" y="1367200"/>
            <a:ext cx="5093400" cy="41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820" name="Google Shape;820;p88"/>
          <p:cNvSpPr txBox="1"/>
          <p:nvPr>
            <p:ph idx="2" type="subTitle"/>
          </p:nvPr>
        </p:nvSpPr>
        <p:spPr>
          <a:xfrm>
            <a:off x="1502700" y="1948725"/>
            <a:ext cx="5093400" cy="41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821" name="Google Shape;821;p88"/>
          <p:cNvSpPr txBox="1"/>
          <p:nvPr>
            <p:ph idx="3" type="subTitle"/>
          </p:nvPr>
        </p:nvSpPr>
        <p:spPr>
          <a:xfrm>
            <a:off x="1502700" y="2530250"/>
            <a:ext cx="5093400" cy="41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822" name="Google Shape;822;p88"/>
          <p:cNvSpPr txBox="1"/>
          <p:nvPr>
            <p:ph idx="4" type="subTitle"/>
          </p:nvPr>
        </p:nvSpPr>
        <p:spPr>
          <a:xfrm>
            <a:off x="1502700" y="3111775"/>
            <a:ext cx="5093400" cy="41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823" name="Google Shape;823;p88"/>
          <p:cNvSpPr txBox="1"/>
          <p:nvPr>
            <p:ph idx="5" type="subTitle"/>
          </p:nvPr>
        </p:nvSpPr>
        <p:spPr>
          <a:xfrm>
            <a:off x="1502700" y="3693300"/>
            <a:ext cx="5093400" cy="41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824" name="Google Shape;824;p88"/>
          <p:cNvSpPr txBox="1"/>
          <p:nvPr>
            <p:ph idx="6" type="subTitle"/>
          </p:nvPr>
        </p:nvSpPr>
        <p:spPr>
          <a:xfrm>
            <a:off x="311700" y="1367200"/>
            <a:ext cx="1191000" cy="41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9pPr>
          </a:lstStyle>
          <a:p/>
        </p:txBody>
      </p:sp>
      <p:sp>
        <p:nvSpPr>
          <p:cNvPr id="825" name="Google Shape;825;p88"/>
          <p:cNvSpPr txBox="1"/>
          <p:nvPr>
            <p:ph idx="7" type="subTitle"/>
          </p:nvPr>
        </p:nvSpPr>
        <p:spPr>
          <a:xfrm>
            <a:off x="311700" y="1948725"/>
            <a:ext cx="1191000" cy="41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9pPr>
          </a:lstStyle>
          <a:p/>
        </p:txBody>
      </p:sp>
      <p:sp>
        <p:nvSpPr>
          <p:cNvPr id="826" name="Google Shape;826;p88"/>
          <p:cNvSpPr txBox="1"/>
          <p:nvPr>
            <p:ph idx="8" type="subTitle"/>
          </p:nvPr>
        </p:nvSpPr>
        <p:spPr>
          <a:xfrm>
            <a:off x="311700" y="2530250"/>
            <a:ext cx="1191000" cy="41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9pPr>
          </a:lstStyle>
          <a:p/>
        </p:txBody>
      </p:sp>
      <p:sp>
        <p:nvSpPr>
          <p:cNvPr id="827" name="Google Shape;827;p88"/>
          <p:cNvSpPr txBox="1"/>
          <p:nvPr>
            <p:ph idx="9" type="subTitle"/>
          </p:nvPr>
        </p:nvSpPr>
        <p:spPr>
          <a:xfrm>
            <a:off x="311700" y="3111775"/>
            <a:ext cx="1191000" cy="41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9pPr>
          </a:lstStyle>
          <a:p/>
        </p:txBody>
      </p:sp>
      <p:sp>
        <p:nvSpPr>
          <p:cNvPr id="828" name="Google Shape;828;p88"/>
          <p:cNvSpPr txBox="1"/>
          <p:nvPr>
            <p:ph idx="13" type="subTitle"/>
          </p:nvPr>
        </p:nvSpPr>
        <p:spPr>
          <a:xfrm>
            <a:off x="311700" y="3693300"/>
            <a:ext cx="1191000" cy="41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blue">
  <p:cSld name="CUSTOM_1">
    <p:bg>
      <p:bgPr>
        <a:gradFill>
          <a:gsLst>
            <a:gs pos="0">
              <a:schemeClr val="dk1"/>
            </a:gs>
            <a:gs pos="22000">
              <a:schemeClr val="dk1"/>
            </a:gs>
            <a:gs pos="68000">
              <a:srgbClr val="89CCFE"/>
            </a:gs>
            <a:gs pos="100000">
              <a:srgbClr val="868CFE"/>
            </a:gs>
          </a:gsLst>
          <a:lin ang="16198662" scaled="0"/>
        </a:gradFill>
      </p:bgPr>
    </p:bg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3" name="Google Shape;833;p9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logo_blue">
  <p:cSld name="title_logo_blue">
    <p:bg>
      <p:bgPr>
        <a:gradFill>
          <a:gsLst>
            <a:gs pos="0">
              <a:schemeClr val="dk1"/>
            </a:gs>
            <a:gs pos="29000">
              <a:schemeClr val="dk1"/>
            </a:gs>
            <a:gs pos="71000">
              <a:srgbClr val="89CCFE"/>
            </a:gs>
            <a:gs pos="100000">
              <a:srgbClr val="868CFE"/>
            </a:gs>
          </a:gsLst>
          <a:lin ang="5400700" scaled="0"/>
        </a:gradFill>
      </p:bgPr>
    </p:bg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5" name="Google Shape;835;p9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11100" y="143450"/>
            <a:ext cx="1894250" cy="4853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6" name="Google Shape;836;p91"/>
          <p:cNvSpPr/>
          <p:nvPr/>
        </p:nvSpPr>
        <p:spPr>
          <a:xfrm>
            <a:off x="146957" y="138793"/>
            <a:ext cx="8858400" cy="4857900"/>
          </a:xfrm>
          <a:prstGeom prst="rect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7" name="Google Shape;837;p91"/>
          <p:cNvCxnSpPr/>
          <p:nvPr/>
        </p:nvCxnSpPr>
        <p:spPr>
          <a:xfrm>
            <a:off x="146957" y="4588329"/>
            <a:ext cx="88584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8" name="Google Shape;838;p91"/>
          <p:cNvCxnSpPr/>
          <p:nvPr/>
        </p:nvCxnSpPr>
        <p:spPr>
          <a:xfrm rot="10800000">
            <a:off x="7111091" y="143443"/>
            <a:ext cx="0" cy="48531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9" name="Google Shape;839;p91"/>
          <p:cNvCxnSpPr/>
          <p:nvPr/>
        </p:nvCxnSpPr>
        <p:spPr>
          <a:xfrm rot="10800000">
            <a:off x="556543" y="4588243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0" name="Google Shape;840;p91"/>
          <p:cNvSpPr/>
          <p:nvPr/>
        </p:nvSpPr>
        <p:spPr>
          <a:xfrm>
            <a:off x="7075436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91"/>
          <p:cNvSpPr/>
          <p:nvPr/>
        </p:nvSpPr>
        <p:spPr>
          <a:xfrm>
            <a:off x="520888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2" name="Google Shape;842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4486" y="4694464"/>
            <a:ext cx="1666535" cy="201385"/>
          </a:xfrm>
          <a:prstGeom prst="rect">
            <a:avLst/>
          </a:prstGeom>
          <a:noFill/>
          <a:ln>
            <a:noFill/>
          </a:ln>
        </p:spPr>
      </p:pic>
      <p:sp>
        <p:nvSpPr>
          <p:cNvPr id="843" name="Google Shape;843;p91"/>
          <p:cNvSpPr txBox="1"/>
          <p:nvPr>
            <p:ph type="title"/>
          </p:nvPr>
        </p:nvSpPr>
        <p:spPr>
          <a:xfrm>
            <a:off x="360550" y="342550"/>
            <a:ext cx="6465600" cy="15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IBM Plex Mono"/>
              <a:buNone/>
              <a:defRPr sz="4000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844" name="Google Shape;844;p9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3510" y="4665435"/>
            <a:ext cx="237583" cy="238625"/>
          </a:xfrm>
          <a:prstGeom prst="rect">
            <a:avLst/>
          </a:prstGeom>
          <a:noFill/>
          <a:ln>
            <a:noFill/>
          </a:ln>
        </p:spPr>
      </p:pic>
      <p:sp>
        <p:nvSpPr>
          <p:cNvPr id="845" name="Google Shape;845;p91"/>
          <p:cNvSpPr txBox="1"/>
          <p:nvPr>
            <p:ph idx="2" type="title"/>
          </p:nvPr>
        </p:nvSpPr>
        <p:spPr>
          <a:xfrm>
            <a:off x="365425" y="2262729"/>
            <a:ext cx="4866300" cy="8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71C"/>
              </a:buClr>
              <a:buSzPts val="2800"/>
              <a:buFont typeface="IBM Plex Mono"/>
              <a:buNone/>
              <a:defRPr>
                <a:solidFill>
                  <a:srgbClr val="20271C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plain_violet">
  <p:cSld name="CUSTOM_2_2_1_3">
    <p:bg>
      <p:bgPr>
        <a:gradFill>
          <a:gsLst>
            <a:gs pos="0">
              <a:schemeClr val="dk1"/>
            </a:gs>
            <a:gs pos="61000">
              <a:srgbClr val="D5C3F7"/>
            </a:gs>
            <a:gs pos="100000">
              <a:srgbClr val="ED92FF"/>
            </a:gs>
          </a:gsLst>
          <a:lin ang="0" scaled="0"/>
        </a:gradFill>
      </p:bgPr>
    </p:bg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92"/>
          <p:cNvSpPr/>
          <p:nvPr/>
        </p:nvSpPr>
        <p:spPr>
          <a:xfrm>
            <a:off x="560200" y="921625"/>
            <a:ext cx="8447700" cy="36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id="848" name="Google Shape;848;p9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5400000">
            <a:off x="4190039" y="-3902062"/>
            <a:ext cx="770899" cy="8852623"/>
          </a:xfrm>
          <a:prstGeom prst="rect">
            <a:avLst/>
          </a:prstGeom>
          <a:noFill/>
          <a:ln>
            <a:noFill/>
          </a:ln>
        </p:spPr>
      </p:pic>
      <p:sp>
        <p:nvSpPr>
          <p:cNvPr id="849" name="Google Shape;849;p92"/>
          <p:cNvSpPr/>
          <p:nvPr/>
        </p:nvSpPr>
        <p:spPr>
          <a:xfrm>
            <a:off x="146850" y="138725"/>
            <a:ext cx="8858400" cy="48579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0" name="Google Shape;850;p92"/>
          <p:cNvCxnSpPr/>
          <p:nvPr/>
        </p:nvCxnSpPr>
        <p:spPr>
          <a:xfrm>
            <a:off x="146957" y="4588329"/>
            <a:ext cx="88584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1" name="Google Shape;851;p92"/>
          <p:cNvCxnSpPr/>
          <p:nvPr/>
        </p:nvCxnSpPr>
        <p:spPr>
          <a:xfrm rot="10800000">
            <a:off x="7111091" y="4588243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2" name="Google Shape;852;p92"/>
          <p:cNvCxnSpPr/>
          <p:nvPr/>
        </p:nvCxnSpPr>
        <p:spPr>
          <a:xfrm rot="10800000">
            <a:off x="556543" y="138643"/>
            <a:ext cx="0" cy="48579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3" name="Google Shape;853;p92"/>
          <p:cNvCxnSpPr/>
          <p:nvPr/>
        </p:nvCxnSpPr>
        <p:spPr>
          <a:xfrm>
            <a:off x="146957" y="914400"/>
            <a:ext cx="88584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4" name="Google Shape;854;p92"/>
          <p:cNvSpPr/>
          <p:nvPr/>
        </p:nvSpPr>
        <p:spPr>
          <a:xfrm>
            <a:off x="7075436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p92"/>
          <p:cNvSpPr/>
          <p:nvPr/>
        </p:nvSpPr>
        <p:spPr>
          <a:xfrm>
            <a:off x="520888" y="4552673"/>
            <a:ext cx="71400" cy="71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92"/>
          <p:cNvSpPr txBox="1"/>
          <p:nvPr>
            <p:ph type="title"/>
          </p:nvPr>
        </p:nvSpPr>
        <p:spPr>
          <a:xfrm>
            <a:off x="752135" y="342550"/>
            <a:ext cx="74421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IBM Plex Mono"/>
              <a:buNone/>
              <a:defRPr sz="2300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857" name="Google Shape;857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510" y="4665435"/>
            <a:ext cx="237583" cy="23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8" name="Google Shape;858;p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24486" y="4694464"/>
            <a:ext cx="1666535" cy="2013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_of_contents_blue">
  <p:cSld name="CUSTOM_4_1">
    <p:bg>
      <p:bgPr>
        <a:gradFill>
          <a:gsLst>
            <a:gs pos="0">
              <a:schemeClr val="dk1"/>
            </a:gs>
            <a:gs pos="38000">
              <a:schemeClr val="dk1"/>
            </a:gs>
            <a:gs pos="83000">
              <a:srgbClr val="89CCFE"/>
            </a:gs>
            <a:gs pos="100000">
              <a:srgbClr val="868CFE"/>
            </a:gs>
          </a:gsLst>
          <a:lin ang="16198662" scaled="0"/>
        </a:gradFill>
      </p:bgPr>
    </p:bg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93"/>
          <p:cNvSpPr/>
          <p:nvPr/>
        </p:nvSpPr>
        <p:spPr>
          <a:xfrm>
            <a:off x="1013750" y="1547950"/>
            <a:ext cx="7994100" cy="3040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id="861" name="Google Shape;861;p9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146950" y="1547950"/>
            <a:ext cx="866800" cy="344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62" name="Google Shape;862;p93"/>
          <p:cNvSpPr/>
          <p:nvPr/>
        </p:nvSpPr>
        <p:spPr>
          <a:xfrm>
            <a:off x="146957" y="138793"/>
            <a:ext cx="8858400" cy="4857900"/>
          </a:xfrm>
          <a:prstGeom prst="rect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3" name="Google Shape;863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4486" y="4694464"/>
            <a:ext cx="1666535" cy="2013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64" name="Google Shape;864;p93"/>
          <p:cNvCxnSpPr/>
          <p:nvPr/>
        </p:nvCxnSpPr>
        <p:spPr>
          <a:xfrm>
            <a:off x="146957" y="4588329"/>
            <a:ext cx="88584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5" name="Google Shape;865;p93"/>
          <p:cNvCxnSpPr/>
          <p:nvPr/>
        </p:nvCxnSpPr>
        <p:spPr>
          <a:xfrm rot="10800000">
            <a:off x="7111091" y="4588243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6" name="Google Shape;866;p93"/>
          <p:cNvCxnSpPr/>
          <p:nvPr/>
        </p:nvCxnSpPr>
        <p:spPr>
          <a:xfrm rot="10800000">
            <a:off x="1013743" y="138943"/>
            <a:ext cx="0" cy="48576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7" name="Google Shape;867;p93"/>
          <p:cNvSpPr/>
          <p:nvPr/>
        </p:nvSpPr>
        <p:spPr>
          <a:xfrm>
            <a:off x="7075436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p93"/>
          <p:cNvSpPr/>
          <p:nvPr/>
        </p:nvSpPr>
        <p:spPr>
          <a:xfrm>
            <a:off x="978088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9" name="Google Shape;869;p93"/>
          <p:cNvCxnSpPr/>
          <p:nvPr/>
        </p:nvCxnSpPr>
        <p:spPr>
          <a:xfrm>
            <a:off x="146957" y="1547949"/>
            <a:ext cx="88584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0" name="Google Shape;870;p93"/>
          <p:cNvSpPr/>
          <p:nvPr/>
        </p:nvSpPr>
        <p:spPr>
          <a:xfrm>
            <a:off x="978088" y="151229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p93"/>
          <p:cNvSpPr txBox="1"/>
          <p:nvPr>
            <p:ph type="title"/>
          </p:nvPr>
        </p:nvSpPr>
        <p:spPr>
          <a:xfrm>
            <a:off x="1311575" y="409667"/>
            <a:ext cx="4647600" cy="9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71C"/>
              </a:buClr>
              <a:buSzPts val="2800"/>
              <a:buFont typeface="IBM Plex Mono"/>
              <a:buNone/>
              <a:defRPr>
                <a:solidFill>
                  <a:srgbClr val="20271C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lain_blue">
  <p:cSld name="2_plain_blue">
    <p:bg>
      <p:bgPr>
        <a:gradFill>
          <a:gsLst>
            <a:gs pos="0">
              <a:schemeClr val="dk1"/>
            </a:gs>
            <a:gs pos="83000">
              <a:schemeClr val="dk1"/>
            </a:gs>
            <a:gs pos="96000">
              <a:srgbClr val="89CCFE"/>
            </a:gs>
            <a:gs pos="100000">
              <a:srgbClr val="868CFE"/>
            </a:gs>
          </a:gsLst>
          <a:lin ang="16198662" scaled="0"/>
        </a:gradFill>
      </p:bgPr>
    </p:bg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73" name="Google Shape;873;p94"/>
          <p:cNvCxnSpPr/>
          <p:nvPr/>
        </p:nvCxnSpPr>
        <p:spPr>
          <a:xfrm>
            <a:off x="-14868" y="4744446"/>
            <a:ext cx="91440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4" name="Google Shape;874;p94"/>
          <p:cNvCxnSpPr/>
          <p:nvPr/>
        </p:nvCxnSpPr>
        <p:spPr>
          <a:xfrm rot="10800000">
            <a:off x="7206141" y="4744360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5" name="Google Shape;875;p94"/>
          <p:cNvCxnSpPr/>
          <p:nvPr/>
        </p:nvCxnSpPr>
        <p:spPr>
          <a:xfrm rot="10800000">
            <a:off x="431756" y="4744360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6" name="Google Shape;876;p94"/>
          <p:cNvSpPr/>
          <p:nvPr/>
        </p:nvSpPr>
        <p:spPr>
          <a:xfrm>
            <a:off x="7170440" y="4708790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7" name="Google Shape;877;p94"/>
          <p:cNvSpPr/>
          <p:nvPr/>
        </p:nvSpPr>
        <p:spPr>
          <a:xfrm>
            <a:off x="396055" y="4708790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8" name="Google Shape;878;p9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256" y="4821552"/>
            <a:ext cx="237583" cy="23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9" name="Google Shape;879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52358" y="4850581"/>
            <a:ext cx="1666535" cy="201385"/>
          </a:xfrm>
          <a:prstGeom prst="rect">
            <a:avLst/>
          </a:prstGeom>
          <a:noFill/>
          <a:ln>
            <a:noFill/>
          </a:ln>
        </p:spPr>
      </p:pic>
      <p:sp>
        <p:nvSpPr>
          <p:cNvPr id="880" name="Google Shape;880;p94"/>
          <p:cNvSpPr txBox="1"/>
          <p:nvPr>
            <p:ph type="title"/>
          </p:nvPr>
        </p:nvSpPr>
        <p:spPr>
          <a:xfrm>
            <a:off x="203047" y="209648"/>
            <a:ext cx="62418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IBM Plex Mono"/>
              <a:buNone/>
              <a:defRPr sz="2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1" name="Google Shape;881;p94"/>
          <p:cNvSpPr txBox="1"/>
          <p:nvPr>
            <p:ph idx="1" type="body"/>
          </p:nvPr>
        </p:nvSpPr>
        <p:spPr>
          <a:xfrm>
            <a:off x="154458" y="930874"/>
            <a:ext cx="7197900" cy="23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2_1" showMasterSp="0">
  <p:cSld name="TITLE_AND_BODY_2_1">
    <p:bg>
      <p:bgPr>
        <a:gradFill>
          <a:gsLst>
            <a:gs pos="0">
              <a:srgbClr val="FFFFFF"/>
            </a:gs>
            <a:gs pos="38000">
              <a:srgbClr val="FFFFFF"/>
            </a:gs>
            <a:gs pos="83000">
              <a:srgbClr val="89CCFE"/>
            </a:gs>
            <a:gs pos="100000">
              <a:srgbClr val="868CFE"/>
            </a:gs>
          </a:gsLst>
          <a:lin ang="16198662" scaled="0"/>
        </a:gradFill>
      </p:bgPr>
    </p:bg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83" name="Google Shape;883;p95"/>
          <p:cNvCxnSpPr/>
          <p:nvPr/>
        </p:nvCxnSpPr>
        <p:spPr>
          <a:xfrm>
            <a:off x="-14868" y="4744446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15181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4" name="Google Shape;884;p95"/>
          <p:cNvCxnSpPr/>
          <p:nvPr/>
        </p:nvCxnSpPr>
        <p:spPr>
          <a:xfrm rot="10800000">
            <a:off x="7097492" y="4744361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5" name="Google Shape;885;p95"/>
          <p:cNvCxnSpPr/>
          <p:nvPr/>
        </p:nvCxnSpPr>
        <p:spPr>
          <a:xfrm rot="10800000">
            <a:off x="542944" y="4744361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6" name="Google Shape;886;p95"/>
          <p:cNvSpPr/>
          <p:nvPr/>
        </p:nvSpPr>
        <p:spPr>
          <a:xfrm>
            <a:off x="7060568" y="4708790"/>
            <a:ext cx="71400" cy="71400"/>
          </a:xfrm>
          <a:prstGeom prst="ellipse">
            <a:avLst/>
          </a:prstGeom>
          <a:solidFill>
            <a:srgbClr val="15181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81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5181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95"/>
          <p:cNvSpPr/>
          <p:nvPr/>
        </p:nvSpPr>
        <p:spPr>
          <a:xfrm>
            <a:off x="506019" y="4708790"/>
            <a:ext cx="71400" cy="71400"/>
          </a:xfrm>
          <a:prstGeom prst="ellipse">
            <a:avLst/>
          </a:prstGeom>
          <a:solidFill>
            <a:srgbClr val="15181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81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5181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oogle Shape;27;p12" id="888" name="Google Shape;888;p9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8642" y="4821551"/>
            <a:ext cx="237584" cy="238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oogle Shape;28;p12" id="889" name="Google Shape;889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09618" y="4850581"/>
            <a:ext cx="1666535" cy="201386"/>
          </a:xfrm>
          <a:prstGeom prst="rect">
            <a:avLst/>
          </a:prstGeom>
          <a:noFill/>
          <a:ln>
            <a:noFill/>
          </a:ln>
        </p:spPr>
      </p:pic>
      <p:sp>
        <p:nvSpPr>
          <p:cNvPr id="890" name="Google Shape;890;p95"/>
          <p:cNvSpPr txBox="1"/>
          <p:nvPr>
            <p:ph type="title"/>
          </p:nvPr>
        </p:nvSpPr>
        <p:spPr>
          <a:xfrm>
            <a:off x="362300" y="342549"/>
            <a:ext cx="74421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Inter"/>
              <a:buNone/>
              <a:defRPr sz="2300"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891" name="Google Shape;891;p95"/>
          <p:cNvSpPr txBox="1"/>
          <p:nvPr>
            <p:ph idx="1" type="body"/>
          </p:nvPr>
        </p:nvSpPr>
        <p:spPr>
          <a:xfrm>
            <a:off x="305263" y="914406"/>
            <a:ext cx="7197900" cy="23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92" name="Google Shape;892;p95"/>
          <p:cNvSpPr txBox="1"/>
          <p:nvPr>
            <p:ph idx="12" type="sldNum"/>
          </p:nvPr>
        </p:nvSpPr>
        <p:spPr>
          <a:xfrm>
            <a:off x="4419600" y="4627562"/>
            <a:ext cx="213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40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blue">
  <p:cSld name="1_title_blue">
    <p:bg>
      <p:bgPr>
        <a:gradFill>
          <a:gsLst>
            <a:gs pos="0">
              <a:schemeClr val="dk1"/>
            </a:gs>
            <a:gs pos="22000">
              <a:schemeClr val="dk1"/>
            </a:gs>
            <a:gs pos="68000">
              <a:srgbClr val="89CCFE"/>
            </a:gs>
            <a:gs pos="100000">
              <a:srgbClr val="868CFE"/>
            </a:gs>
          </a:gsLst>
          <a:lin ang="16198662" scaled="0"/>
        </a:gradFill>
      </p:bgPr>
    </p:bg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4" name="Google Shape;894;p9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95" name="Google Shape;895;p96"/>
          <p:cNvSpPr txBox="1"/>
          <p:nvPr>
            <p:ph type="title"/>
          </p:nvPr>
        </p:nvSpPr>
        <p:spPr>
          <a:xfrm>
            <a:off x="2749901" y="2862230"/>
            <a:ext cx="62418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IBM Plex Mono"/>
              <a:buNone/>
              <a:defRPr sz="2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logo_violet">
  <p:cSld name="TITLE_AND_BODY_2_1_1_2_1">
    <p:bg>
      <p:bgPr>
        <a:gradFill>
          <a:gsLst>
            <a:gs pos="0">
              <a:schemeClr val="dk1"/>
            </a:gs>
            <a:gs pos="61000">
              <a:srgbClr val="D5C3F7"/>
            </a:gs>
            <a:gs pos="100000">
              <a:srgbClr val="ED92FF"/>
            </a:gs>
          </a:gsLst>
          <a:lin ang="16200038" scaled="0"/>
        </a:gradFill>
      </p:bgPr>
    </p:bg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7" name="Google Shape;897;p9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11100" y="143450"/>
            <a:ext cx="1894250" cy="4444800"/>
          </a:xfrm>
          <a:prstGeom prst="rect">
            <a:avLst/>
          </a:prstGeom>
          <a:noFill/>
          <a:ln>
            <a:noFill/>
          </a:ln>
        </p:spPr>
      </p:pic>
      <p:sp>
        <p:nvSpPr>
          <p:cNvPr id="898" name="Google Shape;898;p97"/>
          <p:cNvSpPr/>
          <p:nvPr/>
        </p:nvSpPr>
        <p:spPr>
          <a:xfrm>
            <a:off x="146957" y="138793"/>
            <a:ext cx="8858400" cy="4857900"/>
          </a:xfrm>
          <a:prstGeom prst="rect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99" name="Google Shape;899;p97"/>
          <p:cNvCxnSpPr/>
          <p:nvPr/>
        </p:nvCxnSpPr>
        <p:spPr>
          <a:xfrm>
            <a:off x="146957" y="4588329"/>
            <a:ext cx="88584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0" name="Google Shape;900;p97"/>
          <p:cNvCxnSpPr/>
          <p:nvPr/>
        </p:nvCxnSpPr>
        <p:spPr>
          <a:xfrm rot="10800000">
            <a:off x="7111091" y="143443"/>
            <a:ext cx="0" cy="48531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1" name="Google Shape;901;p97"/>
          <p:cNvCxnSpPr/>
          <p:nvPr/>
        </p:nvCxnSpPr>
        <p:spPr>
          <a:xfrm rot="10800000">
            <a:off x="556543" y="4588243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2" name="Google Shape;902;p97"/>
          <p:cNvSpPr/>
          <p:nvPr/>
        </p:nvSpPr>
        <p:spPr>
          <a:xfrm>
            <a:off x="7075436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p97"/>
          <p:cNvSpPr/>
          <p:nvPr/>
        </p:nvSpPr>
        <p:spPr>
          <a:xfrm>
            <a:off x="520888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4" name="Google Shape;904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4486" y="4694464"/>
            <a:ext cx="1666535" cy="201385"/>
          </a:xfrm>
          <a:prstGeom prst="rect">
            <a:avLst/>
          </a:prstGeom>
          <a:noFill/>
          <a:ln>
            <a:noFill/>
          </a:ln>
        </p:spPr>
      </p:pic>
      <p:sp>
        <p:nvSpPr>
          <p:cNvPr id="905" name="Google Shape;905;p97"/>
          <p:cNvSpPr txBox="1"/>
          <p:nvPr>
            <p:ph type="title"/>
          </p:nvPr>
        </p:nvSpPr>
        <p:spPr>
          <a:xfrm>
            <a:off x="360550" y="342550"/>
            <a:ext cx="6465600" cy="15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IBM Plex Mono"/>
              <a:buNone/>
              <a:defRPr sz="4000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06" name="Google Shape;906;p9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3510" y="4665435"/>
            <a:ext cx="237583" cy="238625"/>
          </a:xfrm>
          <a:prstGeom prst="rect">
            <a:avLst/>
          </a:prstGeom>
          <a:noFill/>
          <a:ln>
            <a:noFill/>
          </a:ln>
        </p:spPr>
      </p:pic>
      <p:sp>
        <p:nvSpPr>
          <p:cNvPr id="907" name="Google Shape;907;p97"/>
          <p:cNvSpPr txBox="1"/>
          <p:nvPr>
            <p:ph idx="2" type="title"/>
          </p:nvPr>
        </p:nvSpPr>
        <p:spPr>
          <a:xfrm>
            <a:off x="365425" y="2262729"/>
            <a:ext cx="4866300" cy="8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71C"/>
              </a:buClr>
              <a:buSzPts val="2800"/>
              <a:buFont typeface="IBM Plex Mono"/>
              <a:buNone/>
              <a:defRPr>
                <a:solidFill>
                  <a:srgbClr val="20271C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graphics_blue">
  <p:cSld name="CUSTOM_2_1">
    <p:bg>
      <p:bgPr>
        <a:gradFill>
          <a:gsLst>
            <a:gs pos="0">
              <a:schemeClr val="dk1"/>
            </a:gs>
            <a:gs pos="38000">
              <a:schemeClr val="dk1"/>
            </a:gs>
            <a:gs pos="83000">
              <a:srgbClr val="89CCFE"/>
            </a:gs>
            <a:gs pos="100000">
              <a:srgbClr val="868CFE"/>
            </a:gs>
          </a:gsLst>
          <a:lin ang="10801400" scaled="0"/>
        </a:gradFill>
      </p:bgPr>
    </p:bg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98"/>
          <p:cNvSpPr/>
          <p:nvPr/>
        </p:nvSpPr>
        <p:spPr>
          <a:xfrm>
            <a:off x="560200" y="921625"/>
            <a:ext cx="8447700" cy="36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id="910" name="Google Shape;910;p9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5400000">
            <a:off x="4188275" y="-3902530"/>
            <a:ext cx="775609" cy="8858251"/>
          </a:xfrm>
          <a:prstGeom prst="rect">
            <a:avLst/>
          </a:prstGeom>
          <a:noFill/>
          <a:ln>
            <a:noFill/>
          </a:ln>
        </p:spPr>
      </p:pic>
      <p:sp>
        <p:nvSpPr>
          <p:cNvPr id="911" name="Google Shape;911;p98"/>
          <p:cNvSpPr/>
          <p:nvPr/>
        </p:nvSpPr>
        <p:spPr>
          <a:xfrm>
            <a:off x="146950" y="138725"/>
            <a:ext cx="8860800" cy="48579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2" name="Google Shape;912;p98"/>
          <p:cNvCxnSpPr/>
          <p:nvPr/>
        </p:nvCxnSpPr>
        <p:spPr>
          <a:xfrm>
            <a:off x="146957" y="4588329"/>
            <a:ext cx="88584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3" name="Google Shape;913;p98"/>
          <p:cNvCxnSpPr/>
          <p:nvPr/>
        </p:nvCxnSpPr>
        <p:spPr>
          <a:xfrm rot="10800000">
            <a:off x="7111091" y="4588243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4" name="Google Shape;914;p98"/>
          <p:cNvCxnSpPr/>
          <p:nvPr/>
        </p:nvCxnSpPr>
        <p:spPr>
          <a:xfrm rot="10800000">
            <a:off x="556543" y="138643"/>
            <a:ext cx="0" cy="48579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5" name="Google Shape;915;p98"/>
          <p:cNvCxnSpPr/>
          <p:nvPr/>
        </p:nvCxnSpPr>
        <p:spPr>
          <a:xfrm>
            <a:off x="146957" y="914400"/>
            <a:ext cx="88584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6" name="Google Shape;916;p98"/>
          <p:cNvSpPr/>
          <p:nvPr/>
        </p:nvSpPr>
        <p:spPr>
          <a:xfrm>
            <a:off x="7075436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p98"/>
          <p:cNvSpPr/>
          <p:nvPr/>
        </p:nvSpPr>
        <p:spPr>
          <a:xfrm>
            <a:off x="520888" y="4552673"/>
            <a:ext cx="71400" cy="71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p98"/>
          <p:cNvSpPr txBox="1"/>
          <p:nvPr>
            <p:ph type="title"/>
          </p:nvPr>
        </p:nvSpPr>
        <p:spPr>
          <a:xfrm>
            <a:off x="752135" y="342550"/>
            <a:ext cx="74421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IBM Plex Mono"/>
              <a:buNone/>
              <a:defRPr sz="2300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19" name="Google Shape;919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510" y="4665435"/>
            <a:ext cx="237583" cy="23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0" name="Google Shape;920;p9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24486" y="4694464"/>
            <a:ext cx="1666535" cy="201385"/>
          </a:xfrm>
          <a:prstGeom prst="rect">
            <a:avLst/>
          </a:prstGeom>
          <a:noFill/>
          <a:ln>
            <a:noFill/>
          </a:ln>
        </p:spPr>
      </p:pic>
      <p:sp>
        <p:nvSpPr>
          <p:cNvPr id="921" name="Google Shape;921;p98"/>
          <p:cNvSpPr/>
          <p:nvPr>
            <p:ph idx="2" type="pic"/>
          </p:nvPr>
        </p:nvSpPr>
        <p:spPr>
          <a:xfrm>
            <a:off x="752125" y="1103888"/>
            <a:ext cx="8057400" cy="3295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lain_violet">
  <p:cSld name="SECTION_HEADER_1_1_1_1">
    <p:bg>
      <p:bgPr>
        <a:gradFill>
          <a:gsLst>
            <a:gs pos="0">
              <a:schemeClr val="dk1"/>
            </a:gs>
            <a:gs pos="61000">
              <a:srgbClr val="D5C3F7"/>
            </a:gs>
            <a:gs pos="100000">
              <a:srgbClr val="ED92FF"/>
            </a:gs>
          </a:gsLst>
          <a:lin ang="16200038" scaled="0"/>
        </a:gradFill>
      </p:bgPr>
    </p:bg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99"/>
          <p:cNvSpPr/>
          <p:nvPr/>
        </p:nvSpPr>
        <p:spPr>
          <a:xfrm>
            <a:off x="146957" y="138793"/>
            <a:ext cx="8858400" cy="4857900"/>
          </a:xfrm>
          <a:prstGeom prst="rect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24" name="Google Shape;924;p99"/>
          <p:cNvCxnSpPr/>
          <p:nvPr/>
        </p:nvCxnSpPr>
        <p:spPr>
          <a:xfrm>
            <a:off x="146957" y="4588329"/>
            <a:ext cx="88584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5" name="Google Shape;925;p99"/>
          <p:cNvCxnSpPr/>
          <p:nvPr/>
        </p:nvCxnSpPr>
        <p:spPr>
          <a:xfrm rot="10800000">
            <a:off x="7111091" y="4588243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6" name="Google Shape;926;p99"/>
          <p:cNvCxnSpPr/>
          <p:nvPr/>
        </p:nvCxnSpPr>
        <p:spPr>
          <a:xfrm rot="10800000">
            <a:off x="556543" y="4588243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7" name="Google Shape;927;p99"/>
          <p:cNvSpPr/>
          <p:nvPr/>
        </p:nvSpPr>
        <p:spPr>
          <a:xfrm>
            <a:off x="7075436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p99"/>
          <p:cNvSpPr/>
          <p:nvPr/>
        </p:nvSpPr>
        <p:spPr>
          <a:xfrm>
            <a:off x="520888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9" name="Google Shape;929;p9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43510" y="4665435"/>
            <a:ext cx="237583" cy="23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0" name="Google Shape;930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4486" y="4694464"/>
            <a:ext cx="1666535" cy="2013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logo_yellow">
  <p:cSld name="TITLE_AND_BODY_2_1_1_2">
    <p:bg>
      <p:bgPr>
        <a:gradFill>
          <a:gsLst>
            <a:gs pos="0">
              <a:schemeClr val="dk1"/>
            </a:gs>
            <a:gs pos="10000">
              <a:schemeClr val="dk1"/>
            </a:gs>
            <a:gs pos="56000">
              <a:srgbClr val="FFF895"/>
            </a:gs>
            <a:gs pos="100000">
              <a:srgbClr val="FFC08F"/>
            </a:gs>
          </a:gsLst>
          <a:lin ang="16198662" scaled="0"/>
        </a:gradFill>
      </p:bgPr>
    </p:bg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2" name="Google Shape;932;p10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7114150" y="139925"/>
            <a:ext cx="1896275" cy="4450375"/>
          </a:xfrm>
          <a:prstGeom prst="rect">
            <a:avLst/>
          </a:prstGeom>
          <a:noFill/>
          <a:ln>
            <a:noFill/>
          </a:ln>
        </p:spPr>
      </p:pic>
      <p:sp>
        <p:nvSpPr>
          <p:cNvPr id="933" name="Google Shape;933;p100"/>
          <p:cNvSpPr/>
          <p:nvPr/>
        </p:nvSpPr>
        <p:spPr>
          <a:xfrm>
            <a:off x="146957" y="138793"/>
            <a:ext cx="8858400" cy="4857900"/>
          </a:xfrm>
          <a:prstGeom prst="rect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34" name="Google Shape;934;p100"/>
          <p:cNvCxnSpPr/>
          <p:nvPr/>
        </p:nvCxnSpPr>
        <p:spPr>
          <a:xfrm>
            <a:off x="146957" y="4588329"/>
            <a:ext cx="88584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5" name="Google Shape;935;p100"/>
          <p:cNvCxnSpPr/>
          <p:nvPr/>
        </p:nvCxnSpPr>
        <p:spPr>
          <a:xfrm rot="10800000">
            <a:off x="7111091" y="143443"/>
            <a:ext cx="0" cy="48531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6" name="Google Shape;936;p100"/>
          <p:cNvCxnSpPr/>
          <p:nvPr/>
        </p:nvCxnSpPr>
        <p:spPr>
          <a:xfrm rot="10800000">
            <a:off x="556543" y="4588243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7" name="Google Shape;937;p100"/>
          <p:cNvSpPr/>
          <p:nvPr/>
        </p:nvSpPr>
        <p:spPr>
          <a:xfrm>
            <a:off x="7075436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p100"/>
          <p:cNvSpPr/>
          <p:nvPr/>
        </p:nvSpPr>
        <p:spPr>
          <a:xfrm>
            <a:off x="520888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9" name="Google Shape;939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4486" y="4694464"/>
            <a:ext cx="1666535" cy="201385"/>
          </a:xfrm>
          <a:prstGeom prst="rect">
            <a:avLst/>
          </a:prstGeom>
          <a:noFill/>
          <a:ln>
            <a:noFill/>
          </a:ln>
        </p:spPr>
      </p:pic>
      <p:sp>
        <p:nvSpPr>
          <p:cNvPr id="940" name="Google Shape;940;p100"/>
          <p:cNvSpPr txBox="1"/>
          <p:nvPr>
            <p:ph type="title"/>
          </p:nvPr>
        </p:nvSpPr>
        <p:spPr>
          <a:xfrm>
            <a:off x="360550" y="342550"/>
            <a:ext cx="6465600" cy="15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IBM Plex Mono"/>
              <a:buNone/>
              <a:defRPr sz="4000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41" name="Google Shape;941;p10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3510" y="4665435"/>
            <a:ext cx="237583" cy="238625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Google Shape;942;p100"/>
          <p:cNvSpPr txBox="1"/>
          <p:nvPr>
            <p:ph idx="2" type="title"/>
          </p:nvPr>
        </p:nvSpPr>
        <p:spPr>
          <a:xfrm>
            <a:off x="365425" y="2262729"/>
            <a:ext cx="4866300" cy="8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71C"/>
              </a:buClr>
              <a:buSzPts val="2800"/>
              <a:buFont typeface="IBM Plex Mono"/>
              <a:buNone/>
              <a:defRPr>
                <a:solidFill>
                  <a:srgbClr val="20271C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logo_red">
  <p:cSld name="TITLE_AND_BODY_2_1_1_2_1_1">
    <p:bg>
      <p:bgPr>
        <a:gradFill>
          <a:gsLst>
            <a:gs pos="0">
              <a:schemeClr val="dk1"/>
            </a:gs>
            <a:gs pos="61000">
              <a:srgbClr val="FBB0A5"/>
            </a:gs>
            <a:gs pos="100000">
              <a:srgbClr val="FF637D"/>
            </a:gs>
          </a:gsLst>
          <a:lin ang="16198662" scaled="0"/>
        </a:gradFill>
      </p:bgPr>
    </p:bg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4" name="Google Shape;944;p10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7111100" y="138800"/>
            <a:ext cx="1894250" cy="4449526"/>
          </a:xfrm>
          <a:prstGeom prst="rect">
            <a:avLst/>
          </a:prstGeom>
          <a:noFill/>
          <a:ln>
            <a:noFill/>
          </a:ln>
        </p:spPr>
      </p:pic>
      <p:sp>
        <p:nvSpPr>
          <p:cNvPr id="945" name="Google Shape;945;p101"/>
          <p:cNvSpPr/>
          <p:nvPr/>
        </p:nvSpPr>
        <p:spPr>
          <a:xfrm>
            <a:off x="146957" y="138793"/>
            <a:ext cx="8858400" cy="4857900"/>
          </a:xfrm>
          <a:prstGeom prst="rect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46" name="Google Shape;946;p101"/>
          <p:cNvCxnSpPr/>
          <p:nvPr/>
        </p:nvCxnSpPr>
        <p:spPr>
          <a:xfrm>
            <a:off x="146957" y="4588329"/>
            <a:ext cx="88584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7" name="Google Shape;947;p101"/>
          <p:cNvCxnSpPr/>
          <p:nvPr/>
        </p:nvCxnSpPr>
        <p:spPr>
          <a:xfrm rot="10800000">
            <a:off x="7111091" y="143443"/>
            <a:ext cx="0" cy="48531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8" name="Google Shape;948;p101"/>
          <p:cNvCxnSpPr/>
          <p:nvPr/>
        </p:nvCxnSpPr>
        <p:spPr>
          <a:xfrm rot="10800000">
            <a:off x="556543" y="4588243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9" name="Google Shape;949;p101"/>
          <p:cNvSpPr/>
          <p:nvPr/>
        </p:nvSpPr>
        <p:spPr>
          <a:xfrm>
            <a:off x="7075436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" name="Google Shape;950;p101"/>
          <p:cNvSpPr/>
          <p:nvPr/>
        </p:nvSpPr>
        <p:spPr>
          <a:xfrm>
            <a:off x="520888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1" name="Google Shape;951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4486" y="4694464"/>
            <a:ext cx="1666535" cy="201385"/>
          </a:xfrm>
          <a:prstGeom prst="rect">
            <a:avLst/>
          </a:prstGeom>
          <a:noFill/>
          <a:ln>
            <a:noFill/>
          </a:ln>
        </p:spPr>
      </p:pic>
      <p:sp>
        <p:nvSpPr>
          <p:cNvPr id="952" name="Google Shape;952;p101"/>
          <p:cNvSpPr txBox="1"/>
          <p:nvPr>
            <p:ph type="title"/>
          </p:nvPr>
        </p:nvSpPr>
        <p:spPr>
          <a:xfrm>
            <a:off x="360550" y="342550"/>
            <a:ext cx="6465600" cy="15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IBM Plex Mono"/>
              <a:buNone/>
              <a:defRPr sz="4000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53" name="Google Shape;953;p10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3510" y="4665435"/>
            <a:ext cx="237583" cy="238625"/>
          </a:xfrm>
          <a:prstGeom prst="rect">
            <a:avLst/>
          </a:prstGeom>
          <a:noFill/>
          <a:ln>
            <a:noFill/>
          </a:ln>
        </p:spPr>
      </p:pic>
      <p:sp>
        <p:nvSpPr>
          <p:cNvPr id="954" name="Google Shape;954;p101"/>
          <p:cNvSpPr txBox="1"/>
          <p:nvPr>
            <p:ph idx="2" type="title"/>
          </p:nvPr>
        </p:nvSpPr>
        <p:spPr>
          <a:xfrm>
            <a:off x="365425" y="2262729"/>
            <a:ext cx="4866300" cy="8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71C"/>
              </a:buClr>
              <a:buSzPts val="2800"/>
              <a:buFont typeface="IBM Plex Mono"/>
              <a:buNone/>
              <a:defRPr>
                <a:solidFill>
                  <a:srgbClr val="20271C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_you_logo_yellow">
  <p:cSld name="TITLE_AND_BODY_2_1_1_1_1">
    <p:bg>
      <p:bgPr>
        <a:gradFill>
          <a:gsLst>
            <a:gs pos="0">
              <a:schemeClr val="dk1"/>
            </a:gs>
            <a:gs pos="10000">
              <a:schemeClr val="dk1"/>
            </a:gs>
            <a:gs pos="56000">
              <a:srgbClr val="FFF895"/>
            </a:gs>
            <a:gs pos="100000">
              <a:srgbClr val="FFC08F"/>
            </a:gs>
          </a:gsLst>
          <a:lin ang="16198662" scaled="0"/>
        </a:gradFill>
      </p:bgPr>
    </p:bg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6" name="Google Shape;956;p10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7114150" y="139925"/>
            <a:ext cx="1896275" cy="4450375"/>
          </a:xfrm>
          <a:prstGeom prst="rect">
            <a:avLst/>
          </a:prstGeom>
          <a:noFill/>
          <a:ln>
            <a:noFill/>
          </a:ln>
        </p:spPr>
      </p:pic>
      <p:sp>
        <p:nvSpPr>
          <p:cNvPr id="957" name="Google Shape;957;p102"/>
          <p:cNvSpPr/>
          <p:nvPr/>
        </p:nvSpPr>
        <p:spPr>
          <a:xfrm>
            <a:off x="146957" y="138793"/>
            <a:ext cx="8858400" cy="4857900"/>
          </a:xfrm>
          <a:prstGeom prst="rect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8" name="Google Shape;958;p102"/>
          <p:cNvCxnSpPr/>
          <p:nvPr/>
        </p:nvCxnSpPr>
        <p:spPr>
          <a:xfrm>
            <a:off x="146957" y="4588329"/>
            <a:ext cx="88584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9" name="Google Shape;959;p102"/>
          <p:cNvCxnSpPr/>
          <p:nvPr/>
        </p:nvCxnSpPr>
        <p:spPr>
          <a:xfrm rot="10800000">
            <a:off x="7111091" y="143443"/>
            <a:ext cx="0" cy="48531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0" name="Google Shape;960;p102"/>
          <p:cNvCxnSpPr/>
          <p:nvPr/>
        </p:nvCxnSpPr>
        <p:spPr>
          <a:xfrm rot="10800000">
            <a:off x="556543" y="4588243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1" name="Google Shape;961;p102"/>
          <p:cNvSpPr/>
          <p:nvPr/>
        </p:nvSpPr>
        <p:spPr>
          <a:xfrm>
            <a:off x="7075436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Google Shape;962;p102"/>
          <p:cNvSpPr/>
          <p:nvPr/>
        </p:nvSpPr>
        <p:spPr>
          <a:xfrm>
            <a:off x="520888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3" name="Google Shape;963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4486" y="4694464"/>
            <a:ext cx="1666535" cy="20138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4" name="Google Shape;964;p10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3510" y="4665435"/>
            <a:ext cx="237583" cy="238625"/>
          </a:xfrm>
          <a:prstGeom prst="rect">
            <a:avLst/>
          </a:prstGeom>
          <a:noFill/>
          <a:ln>
            <a:noFill/>
          </a:ln>
        </p:spPr>
      </p:pic>
      <p:sp>
        <p:nvSpPr>
          <p:cNvPr id="965" name="Google Shape;965;p102"/>
          <p:cNvSpPr txBox="1"/>
          <p:nvPr/>
        </p:nvSpPr>
        <p:spPr>
          <a:xfrm>
            <a:off x="360885" y="2251186"/>
            <a:ext cx="3710400" cy="5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22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THANK YOU!</a:t>
            </a:r>
            <a:endParaRPr b="0" i="0" sz="4000" u="none" cap="none" strike="noStrike">
              <a:solidFill>
                <a:srgbClr val="00000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id="966" name="Google Shape;966;p10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89000" y="461433"/>
            <a:ext cx="3816352" cy="3816352"/>
          </a:xfrm>
          <a:prstGeom prst="rect">
            <a:avLst/>
          </a:prstGeom>
          <a:noFill/>
          <a:ln>
            <a:noFill/>
          </a:ln>
        </p:spPr>
      </p:pic>
      <p:sp>
        <p:nvSpPr>
          <p:cNvPr id="967" name="Google Shape;967;p102"/>
          <p:cNvSpPr txBox="1"/>
          <p:nvPr>
            <p:ph type="title"/>
          </p:nvPr>
        </p:nvSpPr>
        <p:spPr>
          <a:xfrm>
            <a:off x="365425" y="3558129"/>
            <a:ext cx="4866300" cy="8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71C"/>
              </a:buClr>
              <a:buSzPts val="2800"/>
              <a:buFont typeface="IBM Plex Mono"/>
              <a:buNone/>
              <a:defRPr>
                <a:solidFill>
                  <a:srgbClr val="20271C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_you_logo_red">
  <p:cSld name="TITLE_AND_BODY_2_1_1_1_1_1_1">
    <p:bg>
      <p:bgPr>
        <a:gradFill>
          <a:gsLst>
            <a:gs pos="0">
              <a:schemeClr val="dk1"/>
            </a:gs>
            <a:gs pos="61000">
              <a:srgbClr val="FBB0A5"/>
            </a:gs>
            <a:gs pos="100000">
              <a:srgbClr val="FF637D"/>
            </a:gs>
          </a:gsLst>
          <a:lin ang="16198662" scaled="0"/>
        </a:gradFill>
      </p:bgPr>
    </p:bg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9" name="Google Shape;969;p10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7111100" y="138800"/>
            <a:ext cx="1894250" cy="4449526"/>
          </a:xfrm>
          <a:prstGeom prst="rect">
            <a:avLst/>
          </a:prstGeom>
          <a:noFill/>
          <a:ln>
            <a:noFill/>
          </a:ln>
        </p:spPr>
      </p:pic>
      <p:sp>
        <p:nvSpPr>
          <p:cNvPr id="970" name="Google Shape;970;p103"/>
          <p:cNvSpPr/>
          <p:nvPr/>
        </p:nvSpPr>
        <p:spPr>
          <a:xfrm>
            <a:off x="146957" y="138793"/>
            <a:ext cx="8858400" cy="4857900"/>
          </a:xfrm>
          <a:prstGeom prst="rect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1" name="Google Shape;971;p103"/>
          <p:cNvCxnSpPr/>
          <p:nvPr/>
        </p:nvCxnSpPr>
        <p:spPr>
          <a:xfrm>
            <a:off x="146957" y="4588329"/>
            <a:ext cx="88584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2" name="Google Shape;972;p103"/>
          <p:cNvCxnSpPr/>
          <p:nvPr/>
        </p:nvCxnSpPr>
        <p:spPr>
          <a:xfrm rot="10800000">
            <a:off x="7111091" y="143443"/>
            <a:ext cx="0" cy="48531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3" name="Google Shape;973;p103"/>
          <p:cNvCxnSpPr/>
          <p:nvPr/>
        </p:nvCxnSpPr>
        <p:spPr>
          <a:xfrm rot="10800000">
            <a:off x="556543" y="4588243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4" name="Google Shape;974;p103"/>
          <p:cNvSpPr/>
          <p:nvPr/>
        </p:nvSpPr>
        <p:spPr>
          <a:xfrm>
            <a:off x="7075436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p103"/>
          <p:cNvSpPr/>
          <p:nvPr/>
        </p:nvSpPr>
        <p:spPr>
          <a:xfrm>
            <a:off x="520888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6" name="Google Shape;976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4486" y="4694464"/>
            <a:ext cx="1666535" cy="20138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7" name="Google Shape;977;p10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3510" y="4665435"/>
            <a:ext cx="237583" cy="238625"/>
          </a:xfrm>
          <a:prstGeom prst="rect">
            <a:avLst/>
          </a:prstGeom>
          <a:noFill/>
          <a:ln>
            <a:noFill/>
          </a:ln>
        </p:spPr>
      </p:pic>
      <p:sp>
        <p:nvSpPr>
          <p:cNvPr id="978" name="Google Shape;978;p103"/>
          <p:cNvSpPr txBox="1"/>
          <p:nvPr/>
        </p:nvSpPr>
        <p:spPr>
          <a:xfrm>
            <a:off x="360885" y="2251186"/>
            <a:ext cx="3710400" cy="5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22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THANK YOU!</a:t>
            </a:r>
            <a:endParaRPr b="0" i="0" sz="4000" u="none" cap="none" strike="noStrike">
              <a:solidFill>
                <a:srgbClr val="00000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id="979" name="Google Shape;979;p10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89000" y="461433"/>
            <a:ext cx="3816352" cy="3816352"/>
          </a:xfrm>
          <a:prstGeom prst="rect">
            <a:avLst/>
          </a:prstGeom>
          <a:noFill/>
          <a:ln>
            <a:noFill/>
          </a:ln>
        </p:spPr>
      </p:pic>
      <p:sp>
        <p:nvSpPr>
          <p:cNvPr id="980" name="Google Shape;980;p103"/>
          <p:cNvSpPr txBox="1"/>
          <p:nvPr>
            <p:ph type="title"/>
          </p:nvPr>
        </p:nvSpPr>
        <p:spPr>
          <a:xfrm>
            <a:off x="365425" y="3558129"/>
            <a:ext cx="4866300" cy="8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71C"/>
              </a:buClr>
              <a:buSzPts val="2800"/>
              <a:buFont typeface="IBM Plex Mono"/>
              <a:buNone/>
              <a:defRPr>
                <a:solidFill>
                  <a:srgbClr val="20271C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_yellow">
  <p:cSld name="CUSTOM_3">
    <p:bg>
      <p:bgPr>
        <a:gradFill>
          <a:gsLst>
            <a:gs pos="0">
              <a:schemeClr val="dk1"/>
            </a:gs>
            <a:gs pos="10000">
              <a:schemeClr val="dk1"/>
            </a:gs>
            <a:gs pos="56000">
              <a:srgbClr val="FFF895"/>
            </a:gs>
            <a:gs pos="100000">
              <a:srgbClr val="FFC08F"/>
            </a:gs>
          </a:gsLst>
          <a:lin ang="0" scaled="0"/>
        </a:gradFill>
      </p:bgPr>
    </p:bg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2" name="Google Shape;982;p10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146950" y="138825"/>
            <a:ext cx="8858399" cy="1211125"/>
          </a:xfrm>
          <a:prstGeom prst="rect">
            <a:avLst/>
          </a:prstGeom>
          <a:noFill/>
          <a:ln>
            <a:noFill/>
          </a:ln>
        </p:spPr>
      </p:pic>
      <p:sp>
        <p:nvSpPr>
          <p:cNvPr id="983" name="Google Shape;983;p104"/>
          <p:cNvSpPr/>
          <p:nvPr/>
        </p:nvSpPr>
        <p:spPr>
          <a:xfrm>
            <a:off x="146957" y="138793"/>
            <a:ext cx="8858400" cy="4857900"/>
          </a:xfrm>
          <a:prstGeom prst="rect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4" name="Google Shape;984;p104"/>
          <p:cNvCxnSpPr/>
          <p:nvPr/>
        </p:nvCxnSpPr>
        <p:spPr>
          <a:xfrm>
            <a:off x="146957" y="4588329"/>
            <a:ext cx="88584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5" name="Google Shape;985;p104"/>
          <p:cNvCxnSpPr/>
          <p:nvPr/>
        </p:nvCxnSpPr>
        <p:spPr>
          <a:xfrm rot="10800000">
            <a:off x="7111091" y="4588243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6" name="Google Shape;986;p104"/>
          <p:cNvCxnSpPr/>
          <p:nvPr/>
        </p:nvCxnSpPr>
        <p:spPr>
          <a:xfrm rot="10800000">
            <a:off x="556543" y="4588243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7" name="Google Shape;987;p104"/>
          <p:cNvCxnSpPr/>
          <p:nvPr/>
        </p:nvCxnSpPr>
        <p:spPr>
          <a:xfrm>
            <a:off x="146957" y="1349942"/>
            <a:ext cx="88584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8" name="Google Shape;988;p104"/>
          <p:cNvSpPr/>
          <p:nvPr/>
        </p:nvSpPr>
        <p:spPr>
          <a:xfrm>
            <a:off x="7075436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9" name="Google Shape;989;p104"/>
          <p:cNvSpPr/>
          <p:nvPr/>
        </p:nvSpPr>
        <p:spPr>
          <a:xfrm>
            <a:off x="520888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0" name="Google Shape;990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950" y="571350"/>
            <a:ext cx="8858250" cy="346025"/>
          </a:xfrm>
          <a:prstGeom prst="rect">
            <a:avLst/>
          </a:prstGeom>
          <a:noFill/>
          <a:ln>
            <a:noFill/>
          </a:ln>
        </p:spPr>
      </p:pic>
      <p:sp>
        <p:nvSpPr>
          <p:cNvPr id="991" name="Google Shape;991;p104"/>
          <p:cNvSpPr txBox="1"/>
          <p:nvPr>
            <p:ph type="title"/>
          </p:nvPr>
        </p:nvSpPr>
        <p:spPr>
          <a:xfrm>
            <a:off x="441625" y="1595000"/>
            <a:ext cx="4647600" cy="9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71C"/>
              </a:buClr>
              <a:buSzPts val="2800"/>
              <a:buFont typeface="IBM Plex Mono"/>
              <a:buNone/>
              <a:defRPr>
                <a:solidFill>
                  <a:srgbClr val="20271C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92" name="Google Shape;992;p10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3510" y="4665435"/>
            <a:ext cx="237583" cy="23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3" name="Google Shape;993;p10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24486" y="4694464"/>
            <a:ext cx="1666535" cy="2013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_violet">
  <p:cSld name="CUSTOM_3_1">
    <p:bg>
      <p:bgPr>
        <a:gradFill>
          <a:gsLst>
            <a:gs pos="0">
              <a:schemeClr val="dk1"/>
            </a:gs>
            <a:gs pos="61000">
              <a:srgbClr val="D5C3F7"/>
            </a:gs>
            <a:gs pos="100000">
              <a:srgbClr val="ED92FF"/>
            </a:gs>
          </a:gsLst>
          <a:lin ang="0" scaled="0"/>
        </a:gradFill>
      </p:bgPr>
    </p:bg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5" name="Google Shape;995;p10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5400000">
            <a:off x="3967151" y="-3679174"/>
            <a:ext cx="1216675" cy="8852623"/>
          </a:xfrm>
          <a:prstGeom prst="rect">
            <a:avLst/>
          </a:prstGeom>
          <a:noFill/>
          <a:ln>
            <a:noFill/>
          </a:ln>
        </p:spPr>
      </p:pic>
      <p:sp>
        <p:nvSpPr>
          <p:cNvPr id="996" name="Google Shape;996;p105"/>
          <p:cNvSpPr/>
          <p:nvPr/>
        </p:nvSpPr>
        <p:spPr>
          <a:xfrm>
            <a:off x="146957" y="138793"/>
            <a:ext cx="8858400" cy="4857900"/>
          </a:xfrm>
          <a:prstGeom prst="rect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7" name="Google Shape;997;p105"/>
          <p:cNvCxnSpPr/>
          <p:nvPr/>
        </p:nvCxnSpPr>
        <p:spPr>
          <a:xfrm>
            <a:off x="146957" y="4588329"/>
            <a:ext cx="88584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8" name="Google Shape;998;p105"/>
          <p:cNvCxnSpPr/>
          <p:nvPr/>
        </p:nvCxnSpPr>
        <p:spPr>
          <a:xfrm rot="10800000">
            <a:off x="7111091" y="4588243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9" name="Google Shape;999;p105"/>
          <p:cNvCxnSpPr/>
          <p:nvPr/>
        </p:nvCxnSpPr>
        <p:spPr>
          <a:xfrm rot="10800000">
            <a:off x="556543" y="4588243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0" name="Google Shape;1000;p105"/>
          <p:cNvCxnSpPr/>
          <p:nvPr/>
        </p:nvCxnSpPr>
        <p:spPr>
          <a:xfrm>
            <a:off x="146957" y="1349942"/>
            <a:ext cx="88584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1" name="Google Shape;1001;p105"/>
          <p:cNvSpPr/>
          <p:nvPr/>
        </p:nvSpPr>
        <p:spPr>
          <a:xfrm>
            <a:off x="7075436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2" name="Google Shape;1002;p105"/>
          <p:cNvSpPr/>
          <p:nvPr/>
        </p:nvSpPr>
        <p:spPr>
          <a:xfrm>
            <a:off x="520888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3" name="Google Shape;1003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950" y="571350"/>
            <a:ext cx="8858250" cy="346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4" name="Google Shape;1004;p105"/>
          <p:cNvSpPr txBox="1"/>
          <p:nvPr>
            <p:ph type="title"/>
          </p:nvPr>
        </p:nvSpPr>
        <p:spPr>
          <a:xfrm>
            <a:off x="441625" y="1595000"/>
            <a:ext cx="4647600" cy="9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71C"/>
              </a:buClr>
              <a:buSzPts val="2800"/>
              <a:buFont typeface="IBM Plex Mono"/>
              <a:buNone/>
              <a:defRPr>
                <a:solidFill>
                  <a:srgbClr val="20271C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005" name="Google Shape;1005;p10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3510" y="4665435"/>
            <a:ext cx="237583" cy="23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6" name="Google Shape;1006;p10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24486" y="4694464"/>
            <a:ext cx="1666535" cy="2013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_red">
  <p:cSld name="CUSTOM_3_1_1">
    <p:bg>
      <p:bgPr>
        <a:gradFill>
          <a:gsLst>
            <a:gs pos="0">
              <a:schemeClr val="dk1"/>
            </a:gs>
            <a:gs pos="72000">
              <a:srgbClr val="FBB0A5"/>
            </a:gs>
            <a:gs pos="100000">
              <a:srgbClr val="FF637D"/>
            </a:gs>
          </a:gsLst>
          <a:lin ang="0" scaled="0"/>
        </a:gradFill>
      </p:bgPr>
    </p:bg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8" name="Google Shape;1008;p10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5400000">
            <a:off x="3968923" y="-3683174"/>
            <a:ext cx="1220376" cy="8864323"/>
          </a:xfrm>
          <a:prstGeom prst="rect">
            <a:avLst/>
          </a:prstGeom>
          <a:noFill/>
          <a:ln>
            <a:noFill/>
          </a:ln>
        </p:spPr>
      </p:pic>
      <p:sp>
        <p:nvSpPr>
          <p:cNvPr id="1009" name="Google Shape;1009;p106"/>
          <p:cNvSpPr/>
          <p:nvPr/>
        </p:nvSpPr>
        <p:spPr>
          <a:xfrm>
            <a:off x="146957" y="138793"/>
            <a:ext cx="8858400" cy="4857900"/>
          </a:xfrm>
          <a:prstGeom prst="rect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10" name="Google Shape;1010;p106"/>
          <p:cNvCxnSpPr/>
          <p:nvPr/>
        </p:nvCxnSpPr>
        <p:spPr>
          <a:xfrm>
            <a:off x="146957" y="4588329"/>
            <a:ext cx="88584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1" name="Google Shape;1011;p106"/>
          <p:cNvCxnSpPr/>
          <p:nvPr/>
        </p:nvCxnSpPr>
        <p:spPr>
          <a:xfrm rot="10800000">
            <a:off x="7111091" y="4588243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2" name="Google Shape;1012;p106"/>
          <p:cNvCxnSpPr/>
          <p:nvPr/>
        </p:nvCxnSpPr>
        <p:spPr>
          <a:xfrm rot="10800000">
            <a:off x="556543" y="4588243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3" name="Google Shape;1013;p106"/>
          <p:cNvCxnSpPr/>
          <p:nvPr/>
        </p:nvCxnSpPr>
        <p:spPr>
          <a:xfrm>
            <a:off x="146957" y="1349942"/>
            <a:ext cx="88584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4" name="Google Shape;1014;p106"/>
          <p:cNvSpPr/>
          <p:nvPr/>
        </p:nvSpPr>
        <p:spPr>
          <a:xfrm>
            <a:off x="7075436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5" name="Google Shape;1015;p106"/>
          <p:cNvSpPr/>
          <p:nvPr/>
        </p:nvSpPr>
        <p:spPr>
          <a:xfrm>
            <a:off x="520888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6" name="Google Shape;1016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950" y="571350"/>
            <a:ext cx="8858250" cy="346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17" name="Google Shape;1017;p106"/>
          <p:cNvSpPr txBox="1"/>
          <p:nvPr>
            <p:ph type="title"/>
          </p:nvPr>
        </p:nvSpPr>
        <p:spPr>
          <a:xfrm>
            <a:off x="441625" y="1595000"/>
            <a:ext cx="4647600" cy="9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71C"/>
              </a:buClr>
              <a:buSzPts val="2800"/>
              <a:buFont typeface="IBM Plex Mono"/>
              <a:buNone/>
              <a:defRPr>
                <a:solidFill>
                  <a:srgbClr val="20271C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018" name="Google Shape;1018;p10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3510" y="4665435"/>
            <a:ext cx="237583" cy="23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9" name="Google Shape;1019;p10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24486" y="4694464"/>
            <a:ext cx="1666535" cy="2013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_of_contents_yellow">
  <p:cSld name="CUSTOM_4">
    <p:bg>
      <p:bgPr>
        <a:gradFill>
          <a:gsLst>
            <a:gs pos="0">
              <a:schemeClr val="dk1"/>
            </a:gs>
            <a:gs pos="10000">
              <a:schemeClr val="dk1"/>
            </a:gs>
            <a:gs pos="56000">
              <a:srgbClr val="FFF895"/>
            </a:gs>
            <a:gs pos="100000">
              <a:srgbClr val="FFC08F"/>
            </a:gs>
          </a:gsLst>
          <a:lin ang="16198662" scaled="0"/>
        </a:gradFill>
      </p:bgPr>
    </p:bg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107"/>
          <p:cNvSpPr/>
          <p:nvPr/>
        </p:nvSpPr>
        <p:spPr>
          <a:xfrm>
            <a:off x="1013750" y="1547950"/>
            <a:ext cx="7994100" cy="3040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id="1022" name="Google Shape;1022;p10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146956" y="1547946"/>
            <a:ext cx="866785" cy="3448594"/>
          </a:xfrm>
          <a:prstGeom prst="rect">
            <a:avLst/>
          </a:prstGeom>
          <a:noFill/>
          <a:ln>
            <a:noFill/>
          </a:ln>
        </p:spPr>
      </p:pic>
      <p:sp>
        <p:nvSpPr>
          <p:cNvPr id="1023" name="Google Shape;1023;p107"/>
          <p:cNvSpPr/>
          <p:nvPr/>
        </p:nvSpPr>
        <p:spPr>
          <a:xfrm>
            <a:off x="146957" y="138793"/>
            <a:ext cx="8858400" cy="4857900"/>
          </a:xfrm>
          <a:prstGeom prst="rect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4" name="Google Shape;1024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4486" y="4694464"/>
            <a:ext cx="1666535" cy="2013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25" name="Google Shape;1025;p107"/>
          <p:cNvCxnSpPr/>
          <p:nvPr/>
        </p:nvCxnSpPr>
        <p:spPr>
          <a:xfrm>
            <a:off x="146957" y="4588329"/>
            <a:ext cx="88584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6" name="Google Shape;1026;p107"/>
          <p:cNvCxnSpPr/>
          <p:nvPr/>
        </p:nvCxnSpPr>
        <p:spPr>
          <a:xfrm rot="10800000">
            <a:off x="7111091" y="4588243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7" name="Google Shape;1027;p107"/>
          <p:cNvCxnSpPr/>
          <p:nvPr/>
        </p:nvCxnSpPr>
        <p:spPr>
          <a:xfrm rot="10800000">
            <a:off x="1013743" y="138943"/>
            <a:ext cx="0" cy="48576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8" name="Google Shape;1028;p107"/>
          <p:cNvSpPr/>
          <p:nvPr/>
        </p:nvSpPr>
        <p:spPr>
          <a:xfrm>
            <a:off x="7075436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9" name="Google Shape;1029;p107"/>
          <p:cNvSpPr/>
          <p:nvPr/>
        </p:nvSpPr>
        <p:spPr>
          <a:xfrm>
            <a:off x="978088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0" name="Google Shape;1030;p107"/>
          <p:cNvCxnSpPr/>
          <p:nvPr/>
        </p:nvCxnSpPr>
        <p:spPr>
          <a:xfrm>
            <a:off x="146957" y="1547949"/>
            <a:ext cx="88584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1" name="Google Shape;1031;p107"/>
          <p:cNvSpPr/>
          <p:nvPr/>
        </p:nvSpPr>
        <p:spPr>
          <a:xfrm>
            <a:off x="978088" y="151229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2" name="Google Shape;1032;p107"/>
          <p:cNvSpPr txBox="1"/>
          <p:nvPr>
            <p:ph type="title"/>
          </p:nvPr>
        </p:nvSpPr>
        <p:spPr>
          <a:xfrm>
            <a:off x="1311575" y="409667"/>
            <a:ext cx="4647600" cy="9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71C"/>
              </a:buClr>
              <a:buSzPts val="2800"/>
              <a:buFont typeface="IBM Plex Mono"/>
              <a:buNone/>
              <a:defRPr>
                <a:solidFill>
                  <a:srgbClr val="20271C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_of_contents_violet">
  <p:cSld name="CUSTOM_4_1_1">
    <p:bg>
      <p:bgPr>
        <a:gradFill>
          <a:gsLst>
            <a:gs pos="0">
              <a:schemeClr val="dk1"/>
            </a:gs>
            <a:gs pos="61000">
              <a:srgbClr val="D5C3F7"/>
            </a:gs>
            <a:gs pos="100000">
              <a:srgbClr val="ED92FF"/>
            </a:gs>
          </a:gsLst>
          <a:lin ang="16198662" scaled="0"/>
        </a:gradFill>
      </p:bgPr>
    </p:bg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108"/>
          <p:cNvSpPr/>
          <p:nvPr/>
        </p:nvSpPr>
        <p:spPr>
          <a:xfrm>
            <a:off x="1013750" y="1547950"/>
            <a:ext cx="7994100" cy="3040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id="1035" name="Google Shape;1035;p10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6950" y="1547950"/>
            <a:ext cx="866801" cy="3448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6" name="Google Shape;1036;p108"/>
          <p:cNvSpPr/>
          <p:nvPr/>
        </p:nvSpPr>
        <p:spPr>
          <a:xfrm>
            <a:off x="146957" y="138793"/>
            <a:ext cx="8858400" cy="4857900"/>
          </a:xfrm>
          <a:prstGeom prst="rect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7" name="Google Shape;1037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4486" y="4694464"/>
            <a:ext cx="1666535" cy="2013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38" name="Google Shape;1038;p108"/>
          <p:cNvCxnSpPr/>
          <p:nvPr/>
        </p:nvCxnSpPr>
        <p:spPr>
          <a:xfrm>
            <a:off x="146957" y="4588329"/>
            <a:ext cx="88584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9" name="Google Shape;1039;p108"/>
          <p:cNvCxnSpPr/>
          <p:nvPr/>
        </p:nvCxnSpPr>
        <p:spPr>
          <a:xfrm rot="10800000">
            <a:off x="7111091" y="4588243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0" name="Google Shape;1040;p108"/>
          <p:cNvCxnSpPr/>
          <p:nvPr/>
        </p:nvCxnSpPr>
        <p:spPr>
          <a:xfrm rot="10800000">
            <a:off x="1013743" y="138943"/>
            <a:ext cx="0" cy="48576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1" name="Google Shape;1041;p108"/>
          <p:cNvSpPr/>
          <p:nvPr/>
        </p:nvSpPr>
        <p:spPr>
          <a:xfrm>
            <a:off x="7075436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2" name="Google Shape;1042;p108"/>
          <p:cNvSpPr/>
          <p:nvPr/>
        </p:nvSpPr>
        <p:spPr>
          <a:xfrm>
            <a:off x="978088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43" name="Google Shape;1043;p108"/>
          <p:cNvCxnSpPr/>
          <p:nvPr/>
        </p:nvCxnSpPr>
        <p:spPr>
          <a:xfrm>
            <a:off x="146957" y="1547949"/>
            <a:ext cx="88584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4" name="Google Shape;1044;p108"/>
          <p:cNvSpPr/>
          <p:nvPr/>
        </p:nvSpPr>
        <p:spPr>
          <a:xfrm>
            <a:off x="978088" y="151229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p108"/>
          <p:cNvSpPr txBox="1"/>
          <p:nvPr>
            <p:ph type="title"/>
          </p:nvPr>
        </p:nvSpPr>
        <p:spPr>
          <a:xfrm>
            <a:off x="1311575" y="409667"/>
            <a:ext cx="4647600" cy="9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71C"/>
              </a:buClr>
              <a:buSzPts val="2800"/>
              <a:buFont typeface="IBM Plex Mono"/>
              <a:buNone/>
              <a:defRPr>
                <a:solidFill>
                  <a:srgbClr val="20271C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_of_contents_red">
  <p:cSld name="CUSTOM_4_1_1_1">
    <p:bg>
      <p:bgPr>
        <a:gradFill>
          <a:gsLst>
            <a:gs pos="0">
              <a:schemeClr val="dk1"/>
            </a:gs>
            <a:gs pos="61000">
              <a:srgbClr val="FBB0A5"/>
            </a:gs>
            <a:gs pos="100000">
              <a:srgbClr val="FF637D"/>
            </a:gs>
          </a:gsLst>
          <a:lin ang="16198662" scaled="0"/>
        </a:gradFill>
      </p:bgPr>
    </p:bg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109"/>
          <p:cNvSpPr/>
          <p:nvPr/>
        </p:nvSpPr>
        <p:spPr>
          <a:xfrm>
            <a:off x="1013750" y="1547950"/>
            <a:ext cx="7994100" cy="3040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id="1048" name="Google Shape;1048;p10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149825" y="1551827"/>
            <a:ext cx="866900" cy="3435423"/>
          </a:xfrm>
          <a:prstGeom prst="rect">
            <a:avLst/>
          </a:prstGeom>
          <a:noFill/>
          <a:ln>
            <a:noFill/>
          </a:ln>
        </p:spPr>
      </p:pic>
      <p:sp>
        <p:nvSpPr>
          <p:cNvPr id="1049" name="Google Shape;1049;p109"/>
          <p:cNvSpPr/>
          <p:nvPr/>
        </p:nvSpPr>
        <p:spPr>
          <a:xfrm>
            <a:off x="146957" y="138793"/>
            <a:ext cx="8858400" cy="4857900"/>
          </a:xfrm>
          <a:prstGeom prst="rect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0" name="Google Shape;1050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4486" y="4694464"/>
            <a:ext cx="1666535" cy="2013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51" name="Google Shape;1051;p109"/>
          <p:cNvCxnSpPr/>
          <p:nvPr/>
        </p:nvCxnSpPr>
        <p:spPr>
          <a:xfrm>
            <a:off x="146957" y="4588329"/>
            <a:ext cx="88584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2" name="Google Shape;1052;p109"/>
          <p:cNvCxnSpPr/>
          <p:nvPr/>
        </p:nvCxnSpPr>
        <p:spPr>
          <a:xfrm rot="10800000">
            <a:off x="7111091" y="4588243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3" name="Google Shape;1053;p109"/>
          <p:cNvCxnSpPr/>
          <p:nvPr/>
        </p:nvCxnSpPr>
        <p:spPr>
          <a:xfrm rot="10800000">
            <a:off x="1013743" y="138943"/>
            <a:ext cx="0" cy="48576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4" name="Google Shape;1054;p109"/>
          <p:cNvSpPr/>
          <p:nvPr/>
        </p:nvSpPr>
        <p:spPr>
          <a:xfrm>
            <a:off x="7075436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5" name="Google Shape;1055;p109"/>
          <p:cNvSpPr/>
          <p:nvPr/>
        </p:nvSpPr>
        <p:spPr>
          <a:xfrm>
            <a:off x="978088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56" name="Google Shape;1056;p109"/>
          <p:cNvCxnSpPr/>
          <p:nvPr/>
        </p:nvCxnSpPr>
        <p:spPr>
          <a:xfrm>
            <a:off x="146957" y="1547949"/>
            <a:ext cx="88584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7" name="Google Shape;1057;p109"/>
          <p:cNvSpPr/>
          <p:nvPr/>
        </p:nvSpPr>
        <p:spPr>
          <a:xfrm>
            <a:off x="978088" y="151229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8" name="Google Shape;1058;p109"/>
          <p:cNvSpPr txBox="1"/>
          <p:nvPr>
            <p:ph type="title"/>
          </p:nvPr>
        </p:nvSpPr>
        <p:spPr>
          <a:xfrm>
            <a:off x="1311575" y="409667"/>
            <a:ext cx="4647600" cy="9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71C"/>
              </a:buClr>
              <a:buSzPts val="2800"/>
              <a:buFont typeface="IBM Plex Mono"/>
              <a:buNone/>
              <a:defRPr>
                <a:solidFill>
                  <a:srgbClr val="20271C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yellow">
  <p:cSld name="CUSTOM_1_1">
    <p:bg>
      <p:bgPr>
        <a:gradFill>
          <a:gsLst>
            <a:gs pos="0">
              <a:schemeClr val="dk1"/>
            </a:gs>
            <a:gs pos="10000">
              <a:schemeClr val="dk1"/>
            </a:gs>
            <a:gs pos="56000">
              <a:srgbClr val="FFF895"/>
            </a:gs>
            <a:gs pos="100000">
              <a:srgbClr val="FFC08F"/>
            </a:gs>
          </a:gsLst>
          <a:lin ang="16198662" scaled="0"/>
        </a:gradFill>
      </p:bgPr>
    </p:bg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110"/>
          <p:cNvSpPr/>
          <p:nvPr/>
        </p:nvSpPr>
        <p:spPr>
          <a:xfrm>
            <a:off x="146957" y="138793"/>
            <a:ext cx="8858400" cy="48579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61" name="Google Shape;1061;p110"/>
          <p:cNvCxnSpPr/>
          <p:nvPr/>
        </p:nvCxnSpPr>
        <p:spPr>
          <a:xfrm>
            <a:off x="146957" y="1464129"/>
            <a:ext cx="88584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2" name="Google Shape;1062;p110"/>
          <p:cNvSpPr txBox="1"/>
          <p:nvPr/>
        </p:nvSpPr>
        <p:spPr>
          <a:xfrm>
            <a:off x="318551" y="1620161"/>
            <a:ext cx="6754200" cy="9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" sz="2800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 AGENT CONFERENCE</a:t>
            </a:r>
            <a:br>
              <a:rPr b="0" i="0" lang="en" sz="2800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" sz="2800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BY LANGCHAIN</a:t>
            </a:r>
            <a:endParaRPr b="0" i="0" sz="1400" u="none" cap="none" strike="noStrike">
              <a:solidFill>
                <a:srgbClr val="00000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id="1063" name="Google Shape;1063;p1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43510" y="4665435"/>
            <a:ext cx="237583" cy="2386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64" name="Google Shape;1064;p110"/>
          <p:cNvCxnSpPr/>
          <p:nvPr/>
        </p:nvCxnSpPr>
        <p:spPr>
          <a:xfrm>
            <a:off x="146957" y="4588329"/>
            <a:ext cx="88584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5" name="Google Shape;1065;p110"/>
          <p:cNvCxnSpPr/>
          <p:nvPr/>
        </p:nvCxnSpPr>
        <p:spPr>
          <a:xfrm rot="10800000">
            <a:off x="556543" y="4588243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6" name="Google Shape;1066;p110"/>
          <p:cNvSpPr/>
          <p:nvPr/>
        </p:nvSpPr>
        <p:spPr>
          <a:xfrm>
            <a:off x="520888" y="4552673"/>
            <a:ext cx="71400" cy="71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7" name="Google Shape;1067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8551" y="287396"/>
            <a:ext cx="8558708" cy="1039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violet">
  <p:cSld name="CUSTOM_1_1_1">
    <p:bg>
      <p:bgPr>
        <a:gradFill>
          <a:gsLst>
            <a:gs pos="0">
              <a:schemeClr val="dk1"/>
            </a:gs>
            <a:gs pos="61000">
              <a:srgbClr val="D5C3F7"/>
            </a:gs>
            <a:gs pos="100000">
              <a:srgbClr val="ED92FF"/>
            </a:gs>
          </a:gsLst>
          <a:lin ang="16198662" scaled="0"/>
        </a:gradFill>
      </p:bgPr>
    </p:bg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111"/>
          <p:cNvSpPr/>
          <p:nvPr/>
        </p:nvSpPr>
        <p:spPr>
          <a:xfrm>
            <a:off x="146957" y="138793"/>
            <a:ext cx="8858400" cy="48579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70" name="Google Shape;1070;p111"/>
          <p:cNvCxnSpPr/>
          <p:nvPr/>
        </p:nvCxnSpPr>
        <p:spPr>
          <a:xfrm>
            <a:off x="146957" y="1464129"/>
            <a:ext cx="88584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1" name="Google Shape;1071;p111"/>
          <p:cNvSpPr txBox="1"/>
          <p:nvPr/>
        </p:nvSpPr>
        <p:spPr>
          <a:xfrm>
            <a:off x="318551" y="1620161"/>
            <a:ext cx="6754200" cy="9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" sz="2800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 AGENT CONFERENCE</a:t>
            </a:r>
            <a:br>
              <a:rPr b="0" i="0" lang="en" sz="2800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" sz="2800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BY LANGCHAIN</a:t>
            </a:r>
            <a:endParaRPr b="0" i="0" sz="1400" u="none" cap="none" strike="noStrike">
              <a:solidFill>
                <a:srgbClr val="00000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id="1072" name="Google Shape;1072;p1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43510" y="4665435"/>
            <a:ext cx="237583" cy="2386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73" name="Google Shape;1073;p111"/>
          <p:cNvCxnSpPr/>
          <p:nvPr/>
        </p:nvCxnSpPr>
        <p:spPr>
          <a:xfrm>
            <a:off x="146957" y="4588329"/>
            <a:ext cx="88584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4" name="Google Shape;1074;p111"/>
          <p:cNvCxnSpPr/>
          <p:nvPr/>
        </p:nvCxnSpPr>
        <p:spPr>
          <a:xfrm rot="10800000">
            <a:off x="556543" y="4588243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5" name="Google Shape;1075;p111"/>
          <p:cNvSpPr/>
          <p:nvPr/>
        </p:nvSpPr>
        <p:spPr>
          <a:xfrm>
            <a:off x="520888" y="4552673"/>
            <a:ext cx="71400" cy="71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6" name="Google Shape;1076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8551" y="287396"/>
            <a:ext cx="8558708" cy="1039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red">
  <p:cSld name="CUSTOM_1_1_1_1">
    <p:bg>
      <p:bgPr>
        <a:gradFill>
          <a:gsLst>
            <a:gs pos="0">
              <a:schemeClr val="dk1"/>
            </a:gs>
            <a:gs pos="61000">
              <a:srgbClr val="FBB0A5"/>
            </a:gs>
            <a:gs pos="100000">
              <a:srgbClr val="FF637D"/>
            </a:gs>
          </a:gsLst>
          <a:lin ang="16198662" scaled="0"/>
        </a:gradFill>
      </p:bgPr>
    </p:bg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112"/>
          <p:cNvSpPr/>
          <p:nvPr/>
        </p:nvSpPr>
        <p:spPr>
          <a:xfrm>
            <a:off x="146957" y="138793"/>
            <a:ext cx="8858400" cy="48579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79" name="Google Shape;1079;p112"/>
          <p:cNvCxnSpPr/>
          <p:nvPr/>
        </p:nvCxnSpPr>
        <p:spPr>
          <a:xfrm>
            <a:off x="146957" y="1464129"/>
            <a:ext cx="88584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0" name="Google Shape;1080;p112"/>
          <p:cNvSpPr txBox="1"/>
          <p:nvPr/>
        </p:nvSpPr>
        <p:spPr>
          <a:xfrm>
            <a:off x="318551" y="1620161"/>
            <a:ext cx="6754200" cy="9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" sz="2800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 AGENT CONFERENCE</a:t>
            </a:r>
            <a:br>
              <a:rPr b="0" i="0" lang="en" sz="2800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" sz="2800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BY LANGCHAIN</a:t>
            </a:r>
            <a:endParaRPr b="0" i="0" sz="1400" u="none" cap="none" strike="noStrike">
              <a:solidFill>
                <a:srgbClr val="00000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id="1081" name="Google Shape;1081;p1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43510" y="4665435"/>
            <a:ext cx="237583" cy="2386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2" name="Google Shape;1082;p112"/>
          <p:cNvCxnSpPr/>
          <p:nvPr/>
        </p:nvCxnSpPr>
        <p:spPr>
          <a:xfrm>
            <a:off x="146957" y="4588329"/>
            <a:ext cx="88584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3" name="Google Shape;1083;p112"/>
          <p:cNvCxnSpPr/>
          <p:nvPr/>
        </p:nvCxnSpPr>
        <p:spPr>
          <a:xfrm rot="10800000">
            <a:off x="556543" y="4588243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4" name="Google Shape;1084;p112"/>
          <p:cNvSpPr/>
          <p:nvPr/>
        </p:nvSpPr>
        <p:spPr>
          <a:xfrm>
            <a:off x="520888" y="4552673"/>
            <a:ext cx="71400" cy="71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5" name="Google Shape;1085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8551" y="287396"/>
            <a:ext cx="8558708" cy="1039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text_yellow">
  <p:cSld name="CUSTOM_2_2">
    <p:bg>
      <p:bgPr>
        <a:gradFill>
          <a:gsLst>
            <a:gs pos="0">
              <a:schemeClr val="dk1"/>
            </a:gs>
            <a:gs pos="10000">
              <a:schemeClr val="dk1"/>
            </a:gs>
            <a:gs pos="56000">
              <a:srgbClr val="FFF895"/>
            </a:gs>
            <a:gs pos="100000">
              <a:srgbClr val="FFC08F"/>
            </a:gs>
          </a:gsLst>
          <a:lin ang="0" scaled="0"/>
        </a:gradFill>
      </p:bgPr>
    </p:bg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113"/>
          <p:cNvSpPr/>
          <p:nvPr/>
        </p:nvSpPr>
        <p:spPr>
          <a:xfrm>
            <a:off x="560200" y="921625"/>
            <a:ext cx="8447700" cy="36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id="1088" name="Google Shape;1088;p1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146951" y="138825"/>
            <a:ext cx="8858399" cy="770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89" name="Google Shape;1089;p113"/>
          <p:cNvSpPr/>
          <p:nvPr/>
        </p:nvSpPr>
        <p:spPr>
          <a:xfrm>
            <a:off x="146850" y="138725"/>
            <a:ext cx="8858400" cy="48579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0" name="Google Shape;1090;p113"/>
          <p:cNvCxnSpPr/>
          <p:nvPr/>
        </p:nvCxnSpPr>
        <p:spPr>
          <a:xfrm>
            <a:off x="146957" y="4588329"/>
            <a:ext cx="88584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1" name="Google Shape;1091;p113"/>
          <p:cNvCxnSpPr/>
          <p:nvPr/>
        </p:nvCxnSpPr>
        <p:spPr>
          <a:xfrm rot="10800000">
            <a:off x="7111091" y="4588243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2" name="Google Shape;1092;p113"/>
          <p:cNvCxnSpPr/>
          <p:nvPr/>
        </p:nvCxnSpPr>
        <p:spPr>
          <a:xfrm rot="10800000">
            <a:off x="556543" y="138643"/>
            <a:ext cx="0" cy="48579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3" name="Google Shape;1093;p113"/>
          <p:cNvCxnSpPr/>
          <p:nvPr/>
        </p:nvCxnSpPr>
        <p:spPr>
          <a:xfrm>
            <a:off x="146957" y="914400"/>
            <a:ext cx="88584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4" name="Google Shape;1094;p113"/>
          <p:cNvSpPr/>
          <p:nvPr/>
        </p:nvSpPr>
        <p:spPr>
          <a:xfrm>
            <a:off x="7075436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5" name="Google Shape;1095;p113"/>
          <p:cNvSpPr/>
          <p:nvPr/>
        </p:nvSpPr>
        <p:spPr>
          <a:xfrm>
            <a:off x="520888" y="4552673"/>
            <a:ext cx="71400" cy="71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6" name="Google Shape;1096;p113"/>
          <p:cNvSpPr txBox="1"/>
          <p:nvPr>
            <p:ph type="title"/>
          </p:nvPr>
        </p:nvSpPr>
        <p:spPr>
          <a:xfrm>
            <a:off x="752135" y="342550"/>
            <a:ext cx="74421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IBM Plex Mono"/>
              <a:buNone/>
              <a:defRPr sz="2300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97" name="Google Shape;1097;p113"/>
          <p:cNvSpPr txBox="1"/>
          <p:nvPr>
            <p:ph idx="1" type="body"/>
          </p:nvPr>
        </p:nvSpPr>
        <p:spPr>
          <a:xfrm>
            <a:off x="758747" y="1104495"/>
            <a:ext cx="7197900" cy="23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pic>
        <p:nvPicPr>
          <p:cNvPr id="1098" name="Google Shape;1098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510" y="4665435"/>
            <a:ext cx="237583" cy="23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9" name="Google Shape;1099;p1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24486" y="4694464"/>
            <a:ext cx="1666535" cy="2013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plain_yellow">
  <p:cSld name="CUSTOM_2_2_3">
    <p:bg>
      <p:bgPr>
        <a:gradFill>
          <a:gsLst>
            <a:gs pos="0">
              <a:schemeClr val="dk1"/>
            </a:gs>
            <a:gs pos="10000">
              <a:schemeClr val="dk1"/>
            </a:gs>
            <a:gs pos="56000">
              <a:srgbClr val="FFF895"/>
            </a:gs>
            <a:gs pos="100000">
              <a:srgbClr val="FFC08F"/>
            </a:gs>
          </a:gsLst>
          <a:lin ang="0" scaled="0"/>
        </a:gradFill>
      </p:bgPr>
    </p:bg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114"/>
          <p:cNvSpPr/>
          <p:nvPr/>
        </p:nvSpPr>
        <p:spPr>
          <a:xfrm>
            <a:off x="560200" y="921625"/>
            <a:ext cx="8447700" cy="36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id="1102" name="Google Shape;1102;p1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146951" y="138825"/>
            <a:ext cx="8858399" cy="770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03" name="Google Shape;1103;p114"/>
          <p:cNvSpPr/>
          <p:nvPr/>
        </p:nvSpPr>
        <p:spPr>
          <a:xfrm>
            <a:off x="146850" y="138725"/>
            <a:ext cx="8858400" cy="48579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04" name="Google Shape;1104;p114"/>
          <p:cNvCxnSpPr/>
          <p:nvPr/>
        </p:nvCxnSpPr>
        <p:spPr>
          <a:xfrm>
            <a:off x="146957" y="4588329"/>
            <a:ext cx="88584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5" name="Google Shape;1105;p114"/>
          <p:cNvCxnSpPr/>
          <p:nvPr/>
        </p:nvCxnSpPr>
        <p:spPr>
          <a:xfrm rot="10800000">
            <a:off x="7111091" y="4588243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6" name="Google Shape;1106;p114"/>
          <p:cNvCxnSpPr/>
          <p:nvPr/>
        </p:nvCxnSpPr>
        <p:spPr>
          <a:xfrm rot="10800000">
            <a:off x="556543" y="138643"/>
            <a:ext cx="0" cy="48579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7" name="Google Shape;1107;p114"/>
          <p:cNvCxnSpPr/>
          <p:nvPr/>
        </p:nvCxnSpPr>
        <p:spPr>
          <a:xfrm>
            <a:off x="146957" y="914400"/>
            <a:ext cx="88584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08" name="Google Shape;1108;p114"/>
          <p:cNvSpPr/>
          <p:nvPr/>
        </p:nvSpPr>
        <p:spPr>
          <a:xfrm>
            <a:off x="7075436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9" name="Google Shape;1109;p114"/>
          <p:cNvSpPr/>
          <p:nvPr/>
        </p:nvSpPr>
        <p:spPr>
          <a:xfrm>
            <a:off x="520888" y="4552673"/>
            <a:ext cx="71400" cy="71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0" name="Google Shape;1110;p114"/>
          <p:cNvSpPr txBox="1"/>
          <p:nvPr>
            <p:ph type="title"/>
          </p:nvPr>
        </p:nvSpPr>
        <p:spPr>
          <a:xfrm>
            <a:off x="752135" y="342550"/>
            <a:ext cx="74421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IBM Plex Mono"/>
              <a:buNone/>
              <a:defRPr sz="2300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11" name="Google Shape;1111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510" y="4665435"/>
            <a:ext cx="237583" cy="23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2" name="Google Shape;1112;p1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24486" y="4694464"/>
            <a:ext cx="1666535" cy="2013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graphics_yellow">
  <p:cSld name="CUSTOM_2_2_2">
    <p:bg>
      <p:bgPr>
        <a:gradFill>
          <a:gsLst>
            <a:gs pos="0">
              <a:schemeClr val="dk1"/>
            </a:gs>
            <a:gs pos="10000">
              <a:schemeClr val="dk1"/>
            </a:gs>
            <a:gs pos="56000">
              <a:srgbClr val="FFF895"/>
            </a:gs>
            <a:gs pos="100000">
              <a:srgbClr val="FFC08F"/>
            </a:gs>
          </a:gsLst>
          <a:lin ang="0" scaled="0"/>
        </a:gradFill>
      </p:bgPr>
    </p:bg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p115"/>
          <p:cNvSpPr/>
          <p:nvPr/>
        </p:nvSpPr>
        <p:spPr>
          <a:xfrm>
            <a:off x="560200" y="921625"/>
            <a:ext cx="8447700" cy="36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id="1115" name="Google Shape;1115;p1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146951" y="138825"/>
            <a:ext cx="8858399" cy="770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16" name="Google Shape;1116;p115"/>
          <p:cNvSpPr/>
          <p:nvPr/>
        </p:nvSpPr>
        <p:spPr>
          <a:xfrm>
            <a:off x="146850" y="138725"/>
            <a:ext cx="8858400" cy="48579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17" name="Google Shape;1117;p115"/>
          <p:cNvCxnSpPr/>
          <p:nvPr/>
        </p:nvCxnSpPr>
        <p:spPr>
          <a:xfrm>
            <a:off x="146957" y="4588329"/>
            <a:ext cx="88584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8" name="Google Shape;1118;p115"/>
          <p:cNvCxnSpPr/>
          <p:nvPr/>
        </p:nvCxnSpPr>
        <p:spPr>
          <a:xfrm rot="10800000">
            <a:off x="7111091" y="4588243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9" name="Google Shape;1119;p115"/>
          <p:cNvCxnSpPr/>
          <p:nvPr/>
        </p:nvCxnSpPr>
        <p:spPr>
          <a:xfrm rot="10800000">
            <a:off x="556543" y="138643"/>
            <a:ext cx="0" cy="48579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0" name="Google Shape;1120;p115"/>
          <p:cNvCxnSpPr/>
          <p:nvPr/>
        </p:nvCxnSpPr>
        <p:spPr>
          <a:xfrm>
            <a:off x="146957" y="914400"/>
            <a:ext cx="88584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1" name="Google Shape;1121;p115"/>
          <p:cNvSpPr/>
          <p:nvPr/>
        </p:nvSpPr>
        <p:spPr>
          <a:xfrm>
            <a:off x="7075436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2" name="Google Shape;1122;p115"/>
          <p:cNvSpPr/>
          <p:nvPr/>
        </p:nvSpPr>
        <p:spPr>
          <a:xfrm>
            <a:off x="520888" y="4552673"/>
            <a:ext cx="71400" cy="71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3" name="Google Shape;1123;p115"/>
          <p:cNvSpPr txBox="1"/>
          <p:nvPr>
            <p:ph type="title"/>
          </p:nvPr>
        </p:nvSpPr>
        <p:spPr>
          <a:xfrm>
            <a:off x="752135" y="342550"/>
            <a:ext cx="74421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IBM Plex Mono"/>
              <a:buNone/>
              <a:defRPr sz="2300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24" name="Google Shape;1124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510" y="4665435"/>
            <a:ext cx="237583" cy="23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5" name="Google Shape;1125;p1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24486" y="4694464"/>
            <a:ext cx="1666535" cy="201385"/>
          </a:xfrm>
          <a:prstGeom prst="rect">
            <a:avLst/>
          </a:prstGeom>
          <a:noFill/>
          <a:ln>
            <a:noFill/>
          </a:ln>
        </p:spPr>
      </p:pic>
      <p:sp>
        <p:nvSpPr>
          <p:cNvPr id="1126" name="Google Shape;1126;p115"/>
          <p:cNvSpPr/>
          <p:nvPr>
            <p:ph idx="2" type="pic"/>
          </p:nvPr>
        </p:nvSpPr>
        <p:spPr>
          <a:xfrm>
            <a:off x="752125" y="1103888"/>
            <a:ext cx="8057400" cy="3295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text_violet">
  <p:cSld name="CUSTOM_2_2_1">
    <p:bg>
      <p:bgPr>
        <a:gradFill>
          <a:gsLst>
            <a:gs pos="0">
              <a:schemeClr val="dk1"/>
            </a:gs>
            <a:gs pos="61000">
              <a:srgbClr val="D5C3F7"/>
            </a:gs>
            <a:gs pos="100000">
              <a:srgbClr val="ED92FF"/>
            </a:gs>
          </a:gsLst>
          <a:lin ang="0" scaled="0"/>
        </a:gradFill>
      </p:bgPr>
    </p:bg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p116"/>
          <p:cNvSpPr/>
          <p:nvPr/>
        </p:nvSpPr>
        <p:spPr>
          <a:xfrm>
            <a:off x="560200" y="921625"/>
            <a:ext cx="8447700" cy="36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id="1129" name="Google Shape;1129;p1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5400000">
            <a:off x="4190039" y="-3902062"/>
            <a:ext cx="770899" cy="8852623"/>
          </a:xfrm>
          <a:prstGeom prst="rect">
            <a:avLst/>
          </a:prstGeom>
          <a:noFill/>
          <a:ln>
            <a:noFill/>
          </a:ln>
        </p:spPr>
      </p:pic>
      <p:sp>
        <p:nvSpPr>
          <p:cNvPr id="1130" name="Google Shape;1130;p116"/>
          <p:cNvSpPr/>
          <p:nvPr/>
        </p:nvSpPr>
        <p:spPr>
          <a:xfrm>
            <a:off x="146850" y="138725"/>
            <a:ext cx="8858400" cy="48579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31" name="Google Shape;1131;p116"/>
          <p:cNvCxnSpPr/>
          <p:nvPr/>
        </p:nvCxnSpPr>
        <p:spPr>
          <a:xfrm>
            <a:off x="146957" y="4588329"/>
            <a:ext cx="88584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2" name="Google Shape;1132;p116"/>
          <p:cNvCxnSpPr/>
          <p:nvPr/>
        </p:nvCxnSpPr>
        <p:spPr>
          <a:xfrm rot="10800000">
            <a:off x="7111091" y="4588243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3" name="Google Shape;1133;p116"/>
          <p:cNvCxnSpPr/>
          <p:nvPr/>
        </p:nvCxnSpPr>
        <p:spPr>
          <a:xfrm rot="10800000">
            <a:off x="556543" y="138643"/>
            <a:ext cx="0" cy="48579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4" name="Google Shape;1134;p116"/>
          <p:cNvCxnSpPr/>
          <p:nvPr/>
        </p:nvCxnSpPr>
        <p:spPr>
          <a:xfrm>
            <a:off x="146957" y="914400"/>
            <a:ext cx="88584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5" name="Google Shape;1135;p116"/>
          <p:cNvSpPr/>
          <p:nvPr/>
        </p:nvSpPr>
        <p:spPr>
          <a:xfrm>
            <a:off x="7075436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6" name="Google Shape;1136;p116"/>
          <p:cNvSpPr/>
          <p:nvPr/>
        </p:nvSpPr>
        <p:spPr>
          <a:xfrm>
            <a:off x="520888" y="4552673"/>
            <a:ext cx="71400" cy="71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7" name="Google Shape;1137;p116"/>
          <p:cNvSpPr txBox="1"/>
          <p:nvPr>
            <p:ph type="title"/>
          </p:nvPr>
        </p:nvSpPr>
        <p:spPr>
          <a:xfrm>
            <a:off x="752135" y="342550"/>
            <a:ext cx="74421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IBM Plex Mono"/>
              <a:buNone/>
              <a:defRPr sz="2300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38" name="Google Shape;1138;p116"/>
          <p:cNvSpPr txBox="1"/>
          <p:nvPr>
            <p:ph idx="1" type="body"/>
          </p:nvPr>
        </p:nvSpPr>
        <p:spPr>
          <a:xfrm>
            <a:off x="758747" y="1104495"/>
            <a:ext cx="7197900" cy="23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pic>
        <p:nvPicPr>
          <p:cNvPr id="1139" name="Google Shape;1139;p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510" y="4665435"/>
            <a:ext cx="237583" cy="23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0" name="Google Shape;1140;p1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24486" y="4694464"/>
            <a:ext cx="1666535" cy="2013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graphics_violet">
  <p:cSld name="CUSTOM_2_2_1_2">
    <p:bg>
      <p:bgPr>
        <a:gradFill>
          <a:gsLst>
            <a:gs pos="0">
              <a:schemeClr val="dk1"/>
            </a:gs>
            <a:gs pos="61000">
              <a:srgbClr val="D5C3F7"/>
            </a:gs>
            <a:gs pos="100000">
              <a:srgbClr val="ED92FF"/>
            </a:gs>
          </a:gsLst>
          <a:lin ang="0" scaled="0"/>
        </a:gradFill>
      </p:bgPr>
    </p:bg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p117"/>
          <p:cNvSpPr/>
          <p:nvPr/>
        </p:nvSpPr>
        <p:spPr>
          <a:xfrm>
            <a:off x="560200" y="921625"/>
            <a:ext cx="8447700" cy="36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id="1143" name="Google Shape;1143;p1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5400000">
            <a:off x="4190039" y="-3902062"/>
            <a:ext cx="770899" cy="8852623"/>
          </a:xfrm>
          <a:prstGeom prst="rect">
            <a:avLst/>
          </a:prstGeom>
          <a:noFill/>
          <a:ln>
            <a:noFill/>
          </a:ln>
        </p:spPr>
      </p:pic>
      <p:sp>
        <p:nvSpPr>
          <p:cNvPr id="1144" name="Google Shape;1144;p117"/>
          <p:cNvSpPr/>
          <p:nvPr/>
        </p:nvSpPr>
        <p:spPr>
          <a:xfrm>
            <a:off x="146850" y="138725"/>
            <a:ext cx="8858400" cy="48579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5" name="Google Shape;1145;p117"/>
          <p:cNvCxnSpPr/>
          <p:nvPr/>
        </p:nvCxnSpPr>
        <p:spPr>
          <a:xfrm>
            <a:off x="146957" y="4588329"/>
            <a:ext cx="88584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6" name="Google Shape;1146;p117"/>
          <p:cNvCxnSpPr/>
          <p:nvPr/>
        </p:nvCxnSpPr>
        <p:spPr>
          <a:xfrm rot="10800000">
            <a:off x="7111091" y="4588243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7" name="Google Shape;1147;p117"/>
          <p:cNvCxnSpPr/>
          <p:nvPr/>
        </p:nvCxnSpPr>
        <p:spPr>
          <a:xfrm rot="10800000">
            <a:off x="556543" y="138643"/>
            <a:ext cx="0" cy="48579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8" name="Google Shape;1148;p117"/>
          <p:cNvCxnSpPr/>
          <p:nvPr/>
        </p:nvCxnSpPr>
        <p:spPr>
          <a:xfrm>
            <a:off x="146957" y="914400"/>
            <a:ext cx="88584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9" name="Google Shape;1149;p117"/>
          <p:cNvSpPr/>
          <p:nvPr/>
        </p:nvSpPr>
        <p:spPr>
          <a:xfrm>
            <a:off x="7075436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0" name="Google Shape;1150;p117"/>
          <p:cNvSpPr/>
          <p:nvPr/>
        </p:nvSpPr>
        <p:spPr>
          <a:xfrm>
            <a:off x="520888" y="4552673"/>
            <a:ext cx="71400" cy="71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1" name="Google Shape;1151;p117"/>
          <p:cNvSpPr txBox="1"/>
          <p:nvPr>
            <p:ph type="title"/>
          </p:nvPr>
        </p:nvSpPr>
        <p:spPr>
          <a:xfrm>
            <a:off x="752135" y="342550"/>
            <a:ext cx="74421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IBM Plex Mono"/>
              <a:buNone/>
              <a:defRPr sz="2300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52" name="Google Shape;1152;p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510" y="4665435"/>
            <a:ext cx="237583" cy="23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3" name="Google Shape;1153;p1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24486" y="4694464"/>
            <a:ext cx="1666535" cy="201385"/>
          </a:xfrm>
          <a:prstGeom prst="rect">
            <a:avLst/>
          </a:prstGeom>
          <a:noFill/>
          <a:ln>
            <a:noFill/>
          </a:ln>
        </p:spPr>
      </p:pic>
      <p:sp>
        <p:nvSpPr>
          <p:cNvPr id="1154" name="Google Shape;1154;p117"/>
          <p:cNvSpPr/>
          <p:nvPr>
            <p:ph idx="2" type="pic"/>
          </p:nvPr>
        </p:nvSpPr>
        <p:spPr>
          <a:xfrm>
            <a:off x="752125" y="1103888"/>
            <a:ext cx="8057400" cy="3295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text_red">
  <p:cSld name="CUSTOM_2_2_1_1">
    <p:bg>
      <p:bgPr>
        <a:gradFill>
          <a:gsLst>
            <a:gs pos="0">
              <a:schemeClr val="dk1"/>
            </a:gs>
            <a:gs pos="72000">
              <a:srgbClr val="FBB0A5"/>
            </a:gs>
            <a:gs pos="100000">
              <a:srgbClr val="FF637D"/>
            </a:gs>
          </a:gsLst>
          <a:lin ang="0" scaled="0"/>
        </a:gradFill>
      </p:bgPr>
    </p:bg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p118"/>
          <p:cNvSpPr/>
          <p:nvPr/>
        </p:nvSpPr>
        <p:spPr>
          <a:xfrm>
            <a:off x="560200" y="921625"/>
            <a:ext cx="8447700" cy="36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id="1157" name="Google Shape;1157;p1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5400000">
            <a:off x="4193661" y="-3907912"/>
            <a:ext cx="770901" cy="8864323"/>
          </a:xfrm>
          <a:prstGeom prst="rect">
            <a:avLst/>
          </a:prstGeom>
          <a:noFill/>
          <a:ln>
            <a:noFill/>
          </a:ln>
        </p:spPr>
      </p:pic>
      <p:sp>
        <p:nvSpPr>
          <p:cNvPr id="1158" name="Google Shape;1158;p118"/>
          <p:cNvSpPr/>
          <p:nvPr/>
        </p:nvSpPr>
        <p:spPr>
          <a:xfrm>
            <a:off x="146850" y="138725"/>
            <a:ext cx="8858400" cy="48579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59" name="Google Shape;1159;p118"/>
          <p:cNvCxnSpPr/>
          <p:nvPr/>
        </p:nvCxnSpPr>
        <p:spPr>
          <a:xfrm>
            <a:off x="146957" y="4588329"/>
            <a:ext cx="88584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0" name="Google Shape;1160;p118"/>
          <p:cNvCxnSpPr/>
          <p:nvPr/>
        </p:nvCxnSpPr>
        <p:spPr>
          <a:xfrm rot="10800000">
            <a:off x="7111091" y="4588243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1" name="Google Shape;1161;p118"/>
          <p:cNvCxnSpPr/>
          <p:nvPr/>
        </p:nvCxnSpPr>
        <p:spPr>
          <a:xfrm rot="10800000">
            <a:off x="556543" y="138643"/>
            <a:ext cx="0" cy="48579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2" name="Google Shape;1162;p118"/>
          <p:cNvCxnSpPr/>
          <p:nvPr/>
        </p:nvCxnSpPr>
        <p:spPr>
          <a:xfrm>
            <a:off x="146957" y="914400"/>
            <a:ext cx="88584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3" name="Google Shape;1163;p118"/>
          <p:cNvSpPr/>
          <p:nvPr/>
        </p:nvSpPr>
        <p:spPr>
          <a:xfrm>
            <a:off x="7075436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4" name="Google Shape;1164;p118"/>
          <p:cNvSpPr/>
          <p:nvPr/>
        </p:nvSpPr>
        <p:spPr>
          <a:xfrm>
            <a:off x="520888" y="4552673"/>
            <a:ext cx="71400" cy="71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5" name="Google Shape;1165;p118"/>
          <p:cNvSpPr txBox="1"/>
          <p:nvPr>
            <p:ph type="title"/>
          </p:nvPr>
        </p:nvSpPr>
        <p:spPr>
          <a:xfrm>
            <a:off x="752135" y="342550"/>
            <a:ext cx="74421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IBM Plex Mono"/>
              <a:buNone/>
              <a:defRPr sz="2300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66" name="Google Shape;1166;p118"/>
          <p:cNvSpPr txBox="1"/>
          <p:nvPr>
            <p:ph idx="1" type="body"/>
          </p:nvPr>
        </p:nvSpPr>
        <p:spPr>
          <a:xfrm>
            <a:off x="758747" y="1104495"/>
            <a:ext cx="7197900" cy="23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pic>
        <p:nvPicPr>
          <p:cNvPr id="1167" name="Google Shape;1167;p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510" y="4665435"/>
            <a:ext cx="237583" cy="23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8" name="Google Shape;1168;p1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24486" y="4694464"/>
            <a:ext cx="1666535" cy="2013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plain_red">
  <p:cSld name="CUSTOM_2_2_1_1_2">
    <p:bg>
      <p:bgPr>
        <a:gradFill>
          <a:gsLst>
            <a:gs pos="0">
              <a:schemeClr val="dk1"/>
            </a:gs>
            <a:gs pos="72000">
              <a:srgbClr val="FBB0A5"/>
            </a:gs>
            <a:gs pos="100000">
              <a:srgbClr val="FF637D"/>
            </a:gs>
          </a:gsLst>
          <a:lin ang="0" scaled="0"/>
        </a:gradFill>
      </p:bgPr>
    </p:bg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p119"/>
          <p:cNvSpPr/>
          <p:nvPr/>
        </p:nvSpPr>
        <p:spPr>
          <a:xfrm>
            <a:off x="560200" y="921625"/>
            <a:ext cx="8447700" cy="36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id="1171" name="Google Shape;1171;p1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5400000">
            <a:off x="4193661" y="-3907912"/>
            <a:ext cx="770901" cy="8864323"/>
          </a:xfrm>
          <a:prstGeom prst="rect">
            <a:avLst/>
          </a:prstGeom>
          <a:noFill/>
          <a:ln>
            <a:noFill/>
          </a:ln>
        </p:spPr>
      </p:pic>
      <p:sp>
        <p:nvSpPr>
          <p:cNvPr id="1172" name="Google Shape;1172;p119"/>
          <p:cNvSpPr/>
          <p:nvPr/>
        </p:nvSpPr>
        <p:spPr>
          <a:xfrm>
            <a:off x="146850" y="138725"/>
            <a:ext cx="8858400" cy="48579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73" name="Google Shape;1173;p119"/>
          <p:cNvCxnSpPr/>
          <p:nvPr/>
        </p:nvCxnSpPr>
        <p:spPr>
          <a:xfrm>
            <a:off x="146957" y="4588329"/>
            <a:ext cx="88584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4" name="Google Shape;1174;p119"/>
          <p:cNvCxnSpPr/>
          <p:nvPr/>
        </p:nvCxnSpPr>
        <p:spPr>
          <a:xfrm rot="10800000">
            <a:off x="7111091" y="4588243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5" name="Google Shape;1175;p119"/>
          <p:cNvCxnSpPr/>
          <p:nvPr/>
        </p:nvCxnSpPr>
        <p:spPr>
          <a:xfrm rot="10800000">
            <a:off x="556543" y="138643"/>
            <a:ext cx="0" cy="48579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6" name="Google Shape;1176;p119"/>
          <p:cNvCxnSpPr/>
          <p:nvPr/>
        </p:nvCxnSpPr>
        <p:spPr>
          <a:xfrm>
            <a:off x="146957" y="914400"/>
            <a:ext cx="88584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7" name="Google Shape;1177;p119"/>
          <p:cNvSpPr/>
          <p:nvPr/>
        </p:nvSpPr>
        <p:spPr>
          <a:xfrm>
            <a:off x="7075436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8" name="Google Shape;1178;p119"/>
          <p:cNvSpPr/>
          <p:nvPr/>
        </p:nvSpPr>
        <p:spPr>
          <a:xfrm>
            <a:off x="520888" y="4552673"/>
            <a:ext cx="71400" cy="71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9" name="Google Shape;1179;p119"/>
          <p:cNvSpPr txBox="1"/>
          <p:nvPr>
            <p:ph type="title"/>
          </p:nvPr>
        </p:nvSpPr>
        <p:spPr>
          <a:xfrm>
            <a:off x="752135" y="342550"/>
            <a:ext cx="74421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IBM Plex Mono"/>
              <a:buNone/>
              <a:defRPr sz="2300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80" name="Google Shape;1180;p1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510" y="4665435"/>
            <a:ext cx="237583" cy="23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1" name="Google Shape;1181;p1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24486" y="4694464"/>
            <a:ext cx="1666535" cy="2013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graphics_red">
  <p:cSld name="CUSTOM_2_2_1_1_1">
    <p:bg>
      <p:bgPr>
        <a:gradFill>
          <a:gsLst>
            <a:gs pos="0">
              <a:schemeClr val="dk1"/>
            </a:gs>
            <a:gs pos="72000">
              <a:srgbClr val="FBB0A5"/>
            </a:gs>
            <a:gs pos="100000">
              <a:srgbClr val="FF637D"/>
            </a:gs>
          </a:gsLst>
          <a:lin ang="0" scaled="0"/>
        </a:gradFill>
      </p:bgPr>
    </p:bg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p120"/>
          <p:cNvSpPr/>
          <p:nvPr/>
        </p:nvSpPr>
        <p:spPr>
          <a:xfrm>
            <a:off x="560200" y="921625"/>
            <a:ext cx="8447700" cy="36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id="1184" name="Google Shape;1184;p1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5400000">
            <a:off x="4193661" y="-3907912"/>
            <a:ext cx="770901" cy="8864323"/>
          </a:xfrm>
          <a:prstGeom prst="rect">
            <a:avLst/>
          </a:prstGeom>
          <a:noFill/>
          <a:ln>
            <a:noFill/>
          </a:ln>
        </p:spPr>
      </p:pic>
      <p:sp>
        <p:nvSpPr>
          <p:cNvPr id="1185" name="Google Shape;1185;p120"/>
          <p:cNvSpPr/>
          <p:nvPr/>
        </p:nvSpPr>
        <p:spPr>
          <a:xfrm>
            <a:off x="146850" y="138725"/>
            <a:ext cx="8858400" cy="48579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6" name="Google Shape;1186;p120"/>
          <p:cNvCxnSpPr/>
          <p:nvPr/>
        </p:nvCxnSpPr>
        <p:spPr>
          <a:xfrm>
            <a:off x="146957" y="4588329"/>
            <a:ext cx="88584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7" name="Google Shape;1187;p120"/>
          <p:cNvCxnSpPr/>
          <p:nvPr/>
        </p:nvCxnSpPr>
        <p:spPr>
          <a:xfrm rot="10800000">
            <a:off x="7111091" y="4588243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8" name="Google Shape;1188;p120"/>
          <p:cNvCxnSpPr/>
          <p:nvPr/>
        </p:nvCxnSpPr>
        <p:spPr>
          <a:xfrm rot="10800000">
            <a:off x="556543" y="138643"/>
            <a:ext cx="0" cy="48579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9" name="Google Shape;1189;p120"/>
          <p:cNvCxnSpPr/>
          <p:nvPr/>
        </p:nvCxnSpPr>
        <p:spPr>
          <a:xfrm>
            <a:off x="146957" y="914400"/>
            <a:ext cx="88584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0" name="Google Shape;1190;p120"/>
          <p:cNvSpPr/>
          <p:nvPr/>
        </p:nvSpPr>
        <p:spPr>
          <a:xfrm>
            <a:off x="7075436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1" name="Google Shape;1191;p120"/>
          <p:cNvSpPr/>
          <p:nvPr/>
        </p:nvSpPr>
        <p:spPr>
          <a:xfrm>
            <a:off x="520888" y="4552673"/>
            <a:ext cx="71400" cy="71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2" name="Google Shape;1192;p120"/>
          <p:cNvSpPr txBox="1"/>
          <p:nvPr>
            <p:ph type="title"/>
          </p:nvPr>
        </p:nvSpPr>
        <p:spPr>
          <a:xfrm>
            <a:off x="752135" y="342550"/>
            <a:ext cx="74421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IBM Plex Mono"/>
              <a:buNone/>
              <a:defRPr sz="2300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93" name="Google Shape;1193;p1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510" y="4665435"/>
            <a:ext cx="237583" cy="23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4" name="Google Shape;1194;p1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24486" y="4694464"/>
            <a:ext cx="1666535" cy="201385"/>
          </a:xfrm>
          <a:prstGeom prst="rect">
            <a:avLst/>
          </a:prstGeom>
          <a:noFill/>
          <a:ln>
            <a:noFill/>
          </a:ln>
        </p:spPr>
      </p:pic>
      <p:sp>
        <p:nvSpPr>
          <p:cNvPr id="1195" name="Google Shape;1195;p120"/>
          <p:cNvSpPr/>
          <p:nvPr>
            <p:ph idx="2" type="pic"/>
          </p:nvPr>
        </p:nvSpPr>
        <p:spPr>
          <a:xfrm>
            <a:off x="752125" y="1103888"/>
            <a:ext cx="8057400" cy="3295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plain_blue">
  <p:cSld name="CUSTOM_2_3">
    <p:bg>
      <p:bgPr>
        <a:gradFill>
          <a:gsLst>
            <a:gs pos="0">
              <a:schemeClr val="dk1"/>
            </a:gs>
            <a:gs pos="38000">
              <a:schemeClr val="dk1"/>
            </a:gs>
            <a:gs pos="83000">
              <a:srgbClr val="89CCFE"/>
            </a:gs>
            <a:gs pos="100000">
              <a:srgbClr val="868CFE"/>
            </a:gs>
          </a:gsLst>
          <a:lin ang="0" scaled="0"/>
        </a:gradFill>
      </p:bgPr>
    </p:bg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p121"/>
          <p:cNvSpPr/>
          <p:nvPr/>
        </p:nvSpPr>
        <p:spPr>
          <a:xfrm>
            <a:off x="560200" y="921625"/>
            <a:ext cx="8447700" cy="36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id="1198" name="Google Shape;1198;p1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5400000">
            <a:off x="4188275" y="-3902530"/>
            <a:ext cx="775609" cy="8858251"/>
          </a:xfrm>
          <a:prstGeom prst="rect">
            <a:avLst/>
          </a:prstGeom>
          <a:noFill/>
          <a:ln>
            <a:noFill/>
          </a:ln>
        </p:spPr>
      </p:pic>
      <p:sp>
        <p:nvSpPr>
          <p:cNvPr id="1199" name="Google Shape;1199;p121"/>
          <p:cNvSpPr/>
          <p:nvPr/>
        </p:nvSpPr>
        <p:spPr>
          <a:xfrm>
            <a:off x="146850" y="138725"/>
            <a:ext cx="8858400" cy="48579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00" name="Google Shape;1200;p121"/>
          <p:cNvCxnSpPr/>
          <p:nvPr/>
        </p:nvCxnSpPr>
        <p:spPr>
          <a:xfrm>
            <a:off x="146957" y="4588329"/>
            <a:ext cx="88584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01" name="Google Shape;1201;p121"/>
          <p:cNvCxnSpPr/>
          <p:nvPr/>
        </p:nvCxnSpPr>
        <p:spPr>
          <a:xfrm rot="10800000">
            <a:off x="7111091" y="4588243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02" name="Google Shape;1202;p121"/>
          <p:cNvCxnSpPr/>
          <p:nvPr/>
        </p:nvCxnSpPr>
        <p:spPr>
          <a:xfrm rot="10800000">
            <a:off x="556543" y="138643"/>
            <a:ext cx="0" cy="48579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03" name="Google Shape;1203;p121"/>
          <p:cNvCxnSpPr/>
          <p:nvPr/>
        </p:nvCxnSpPr>
        <p:spPr>
          <a:xfrm>
            <a:off x="146957" y="914400"/>
            <a:ext cx="88584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4" name="Google Shape;1204;p121"/>
          <p:cNvSpPr/>
          <p:nvPr/>
        </p:nvSpPr>
        <p:spPr>
          <a:xfrm>
            <a:off x="7075436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5" name="Google Shape;1205;p121"/>
          <p:cNvSpPr/>
          <p:nvPr/>
        </p:nvSpPr>
        <p:spPr>
          <a:xfrm>
            <a:off x="520888" y="4552673"/>
            <a:ext cx="71400" cy="71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6" name="Google Shape;1206;p121"/>
          <p:cNvSpPr txBox="1"/>
          <p:nvPr>
            <p:ph type="title"/>
          </p:nvPr>
        </p:nvSpPr>
        <p:spPr>
          <a:xfrm>
            <a:off x="752135" y="342550"/>
            <a:ext cx="74421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IBM Plex Mono"/>
              <a:buNone/>
              <a:defRPr sz="2300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07" name="Google Shape;1207;p121"/>
          <p:cNvSpPr/>
          <p:nvPr/>
        </p:nvSpPr>
        <p:spPr>
          <a:xfrm>
            <a:off x="243510" y="4665435"/>
            <a:ext cx="2376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8" name="Google Shape;1208;p1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4486" y="4694464"/>
            <a:ext cx="1666535" cy="2013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logo_blue 1">
  <p:cSld name="TITLE_AND_BODY_2_1_1_3">
    <p:bg>
      <p:bgPr>
        <a:gradFill>
          <a:gsLst>
            <a:gs pos="0">
              <a:schemeClr val="dk1"/>
            </a:gs>
            <a:gs pos="29000">
              <a:schemeClr val="dk1"/>
            </a:gs>
            <a:gs pos="71000">
              <a:srgbClr val="89CCFE"/>
            </a:gs>
            <a:gs pos="100000">
              <a:srgbClr val="868CFE"/>
            </a:gs>
          </a:gsLst>
          <a:lin ang="5400700" scaled="0"/>
        </a:gradFill>
      </p:bgPr>
    </p:bg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0" name="Google Shape;1210;p1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11100" y="143450"/>
            <a:ext cx="1894250" cy="4853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1" name="Google Shape;1211;p122"/>
          <p:cNvSpPr/>
          <p:nvPr/>
        </p:nvSpPr>
        <p:spPr>
          <a:xfrm>
            <a:off x="146957" y="138793"/>
            <a:ext cx="8858400" cy="4857900"/>
          </a:xfrm>
          <a:prstGeom prst="rect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12" name="Google Shape;1212;p122"/>
          <p:cNvCxnSpPr/>
          <p:nvPr/>
        </p:nvCxnSpPr>
        <p:spPr>
          <a:xfrm>
            <a:off x="146957" y="4588329"/>
            <a:ext cx="88584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3" name="Google Shape;1213;p122"/>
          <p:cNvCxnSpPr/>
          <p:nvPr/>
        </p:nvCxnSpPr>
        <p:spPr>
          <a:xfrm rot="10800000">
            <a:off x="7111091" y="143443"/>
            <a:ext cx="0" cy="48531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4" name="Google Shape;1214;p122"/>
          <p:cNvCxnSpPr/>
          <p:nvPr/>
        </p:nvCxnSpPr>
        <p:spPr>
          <a:xfrm rot="10800000">
            <a:off x="556543" y="4588243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5" name="Google Shape;1215;p122"/>
          <p:cNvSpPr/>
          <p:nvPr/>
        </p:nvSpPr>
        <p:spPr>
          <a:xfrm>
            <a:off x="7075436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6" name="Google Shape;1216;p122"/>
          <p:cNvSpPr/>
          <p:nvPr/>
        </p:nvSpPr>
        <p:spPr>
          <a:xfrm>
            <a:off x="520888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7" name="Google Shape;1217;p1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4486" y="4694464"/>
            <a:ext cx="1666535" cy="201385"/>
          </a:xfrm>
          <a:prstGeom prst="rect">
            <a:avLst/>
          </a:prstGeom>
          <a:noFill/>
          <a:ln>
            <a:noFill/>
          </a:ln>
        </p:spPr>
      </p:pic>
      <p:sp>
        <p:nvSpPr>
          <p:cNvPr id="1218" name="Google Shape;1218;p122"/>
          <p:cNvSpPr txBox="1"/>
          <p:nvPr>
            <p:ph type="title"/>
          </p:nvPr>
        </p:nvSpPr>
        <p:spPr>
          <a:xfrm>
            <a:off x="360550" y="342550"/>
            <a:ext cx="6465600" cy="15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IBM Plex Mono"/>
              <a:buNone/>
              <a:defRPr sz="4000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19" name="Google Shape;1219;p122"/>
          <p:cNvSpPr/>
          <p:nvPr/>
        </p:nvSpPr>
        <p:spPr>
          <a:xfrm>
            <a:off x="243510" y="4665435"/>
            <a:ext cx="2376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0" name="Google Shape;1220;p122"/>
          <p:cNvSpPr txBox="1"/>
          <p:nvPr>
            <p:ph idx="2" type="title"/>
          </p:nvPr>
        </p:nvSpPr>
        <p:spPr>
          <a:xfrm>
            <a:off x="365425" y="2262729"/>
            <a:ext cx="4866300" cy="8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71C"/>
              </a:buClr>
              <a:buSzPts val="2800"/>
              <a:buFont typeface="IBM Plex Mono"/>
              <a:buNone/>
              <a:defRPr>
                <a:solidFill>
                  <a:srgbClr val="20271C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logo_blue 2">
  <p:cSld name="TITLE_AND_BODY_2_1_1_4">
    <p:bg>
      <p:bgPr>
        <a:gradFill>
          <a:gsLst>
            <a:gs pos="0">
              <a:schemeClr val="dk1"/>
            </a:gs>
            <a:gs pos="29000">
              <a:schemeClr val="dk1"/>
            </a:gs>
            <a:gs pos="71000">
              <a:srgbClr val="89CCFE"/>
            </a:gs>
            <a:gs pos="100000">
              <a:srgbClr val="868CFE"/>
            </a:gs>
          </a:gsLst>
          <a:lin ang="5400700" scaled="0"/>
        </a:gradFill>
      </p:bgPr>
    </p:bg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2" name="Google Shape;1222;p1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11100" y="143450"/>
            <a:ext cx="1894250" cy="4853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3" name="Google Shape;1223;p123"/>
          <p:cNvSpPr/>
          <p:nvPr/>
        </p:nvSpPr>
        <p:spPr>
          <a:xfrm>
            <a:off x="146957" y="138793"/>
            <a:ext cx="8858400" cy="4857900"/>
          </a:xfrm>
          <a:prstGeom prst="rect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24" name="Google Shape;1224;p123"/>
          <p:cNvCxnSpPr/>
          <p:nvPr/>
        </p:nvCxnSpPr>
        <p:spPr>
          <a:xfrm>
            <a:off x="146957" y="4588329"/>
            <a:ext cx="88584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5" name="Google Shape;1225;p123"/>
          <p:cNvCxnSpPr/>
          <p:nvPr/>
        </p:nvCxnSpPr>
        <p:spPr>
          <a:xfrm rot="10800000">
            <a:off x="7111091" y="143443"/>
            <a:ext cx="0" cy="48531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6" name="Google Shape;1226;p123"/>
          <p:cNvCxnSpPr/>
          <p:nvPr/>
        </p:nvCxnSpPr>
        <p:spPr>
          <a:xfrm rot="10800000">
            <a:off x="556543" y="4588243"/>
            <a:ext cx="0" cy="408300"/>
          </a:xfrm>
          <a:prstGeom prst="straightConnector1">
            <a:avLst/>
          </a:prstGeom>
          <a:noFill/>
          <a:ln cap="flat" cmpd="sng" w="12700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7" name="Google Shape;1227;p123"/>
          <p:cNvSpPr/>
          <p:nvPr/>
        </p:nvSpPr>
        <p:spPr>
          <a:xfrm>
            <a:off x="7075436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8" name="Google Shape;1228;p123"/>
          <p:cNvSpPr/>
          <p:nvPr/>
        </p:nvSpPr>
        <p:spPr>
          <a:xfrm>
            <a:off x="520888" y="4552673"/>
            <a:ext cx="71400" cy="7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9" name="Google Shape;1229;p1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4486" y="4694464"/>
            <a:ext cx="1666535" cy="201385"/>
          </a:xfrm>
          <a:prstGeom prst="rect">
            <a:avLst/>
          </a:prstGeom>
          <a:noFill/>
          <a:ln>
            <a:noFill/>
          </a:ln>
        </p:spPr>
      </p:pic>
      <p:sp>
        <p:nvSpPr>
          <p:cNvPr id="1230" name="Google Shape;1230;p123"/>
          <p:cNvSpPr txBox="1"/>
          <p:nvPr>
            <p:ph type="title"/>
          </p:nvPr>
        </p:nvSpPr>
        <p:spPr>
          <a:xfrm>
            <a:off x="360550" y="342550"/>
            <a:ext cx="6465600" cy="15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IBM Plex Mono"/>
              <a:buNone/>
              <a:defRPr sz="4000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31" name="Google Shape;1231;p123"/>
          <p:cNvSpPr/>
          <p:nvPr/>
        </p:nvSpPr>
        <p:spPr>
          <a:xfrm>
            <a:off x="243510" y="4665435"/>
            <a:ext cx="2376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2" name="Google Shape;1232;p123"/>
          <p:cNvSpPr txBox="1"/>
          <p:nvPr>
            <p:ph idx="2" type="title"/>
          </p:nvPr>
        </p:nvSpPr>
        <p:spPr>
          <a:xfrm>
            <a:off x="365425" y="2262729"/>
            <a:ext cx="4866300" cy="8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71C"/>
              </a:buClr>
              <a:buSzPts val="2800"/>
              <a:buFont typeface="IBM Plex Mono"/>
              <a:buNone/>
              <a:defRPr>
                <a:solidFill>
                  <a:srgbClr val="20271C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light" type="tx">
  <p:cSld name="TITLE_AND_BODY"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4" name="Google Shape;1234;p124" title="bg 6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5" name="Google Shape;1235;p124"/>
          <p:cNvSpPr txBox="1"/>
          <p:nvPr>
            <p:ph type="title"/>
          </p:nvPr>
        </p:nvSpPr>
        <p:spPr>
          <a:xfrm>
            <a:off x="311700" y="286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36" name="Google Shape;1236;p1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eric points - dark">
  <p:cSld name="CUSTOM_6_1">
    <p:spTree>
      <p:nvGrpSpPr>
        <p:cNvPr id="1237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8" name="Google Shape;1238;p125" title="bg 7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53325"/>
          </a:xfrm>
          <a:prstGeom prst="rect">
            <a:avLst/>
          </a:prstGeom>
          <a:noFill/>
          <a:ln>
            <a:noFill/>
          </a:ln>
        </p:spPr>
      </p:pic>
      <p:sp>
        <p:nvSpPr>
          <p:cNvPr id="1239" name="Google Shape;1239;p125"/>
          <p:cNvSpPr txBox="1"/>
          <p:nvPr>
            <p:ph type="title"/>
          </p:nvPr>
        </p:nvSpPr>
        <p:spPr>
          <a:xfrm>
            <a:off x="311700" y="286263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C8FF"/>
              </a:buClr>
              <a:buSzPts val="2800"/>
              <a:buNone/>
              <a:defRPr>
                <a:solidFill>
                  <a:srgbClr val="80C8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40" name="Google Shape;1240;p125"/>
          <p:cNvSpPr txBox="1"/>
          <p:nvPr>
            <p:ph idx="1" type="subTitle"/>
          </p:nvPr>
        </p:nvSpPr>
        <p:spPr>
          <a:xfrm>
            <a:off x="1502700" y="1367200"/>
            <a:ext cx="5093400" cy="4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1241" name="Google Shape;1241;p125"/>
          <p:cNvSpPr txBox="1"/>
          <p:nvPr>
            <p:ph idx="2" type="subTitle"/>
          </p:nvPr>
        </p:nvSpPr>
        <p:spPr>
          <a:xfrm>
            <a:off x="1502700" y="1948725"/>
            <a:ext cx="5093400" cy="4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1242" name="Google Shape;1242;p125"/>
          <p:cNvSpPr txBox="1"/>
          <p:nvPr>
            <p:ph idx="3" type="subTitle"/>
          </p:nvPr>
        </p:nvSpPr>
        <p:spPr>
          <a:xfrm>
            <a:off x="1502700" y="2530250"/>
            <a:ext cx="5093400" cy="4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1243" name="Google Shape;1243;p125"/>
          <p:cNvSpPr txBox="1"/>
          <p:nvPr>
            <p:ph idx="4" type="subTitle"/>
          </p:nvPr>
        </p:nvSpPr>
        <p:spPr>
          <a:xfrm>
            <a:off x="1502700" y="3111775"/>
            <a:ext cx="5093400" cy="4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1244" name="Google Shape;1244;p125"/>
          <p:cNvSpPr txBox="1"/>
          <p:nvPr>
            <p:ph idx="5" type="subTitle"/>
          </p:nvPr>
        </p:nvSpPr>
        <p:spPr>
          <a:xfrm>
            <a:off x="1502700" y="3693300"/>
            <a:ext cx="5093400" cy="4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None/>
              <a:defRPr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1245" name="Google Shape;1245;p125"/>
          <p:cNvSpPr txBox="1"/>
          <p:nvPr>
            <p:ph idx="6" type="subTitle"/>
          </p:nvPr>
        </p:nvSpPr>
        <p:spPr>
          <a:xfrm>
            <a:off x="311700" y="1367200"/>
            <a:ext cx="1191000" cy="4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9pPr>
          </a:lstStyle>
          <a:p/>
        </p:txBody>
      </p:sp>
      <p:sp>
        <p:nvSpPr>
          <p:cNvPr id="1246" name="Google Shape;1246;p125"/>
          <p:cNvSpPr txBox="1"/>
          <p:nvPr>
            <p:ph idx="7" type="subTitle"/>
          </p:nvPr>
        </p:nvSpPr>
        <p:spPr>
          <a:xfrm>
            <a:off x="311700" y="1948725"/>
            <a:ext cx="1191000" cy="4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9pPr>
          </a:lstStyle>
          <a:p/>
        </p:txBody>
      </p:sp>
      <p:sp>
        <p:nvSpPr>
          <p:cNvPr id="1247" name="Google Shape;1247;p125"/>
          <p:cNvSpPr txBox="1"/>
          <p:nvPr>
            <p:ph idx="8" type="subTitle"/>
          </p:nvPr>
        </p:nvSpPr>
        <p:spPr>
          <a:xfrm>
            <a:off x="311700" y="2530250"/>
            <a:ext cx="1191000" cy="4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9pPr>
          </a:lstStyle>
          <a:p/>
        </p:txBody>
      </p:sp>
      <p:sp>
        <p:nvSpPr>
          <p:cNvPr id="1248" name="Google Shape;1248;p125"/>
          <p:cNvSpPr txBox="1"/>
          <p:nvPr>
            <p:ph idx="9" type="subTitle"/>
          </p:nvPr>
        </p:nvSpPr>
        <p:spPr>
          <a:xfrm>
            <a:off x="311700" y="3111775"/>
            <a:ext cx="1191000" cy="4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9pPr>
          </a:lstStyle>
          <a:p/>
        </p:txBody>
      </p:sp>
      <p:sp>
        <p:nvSpPr>
          <p:cNvPr id="1249" name="Google Shape;1249;p125"/>
          <p:cNvSpPr txBox="1"/>
          <p:nvPr>
            <p:ph idx="13" type="subTitle"/>
          </p:nvPr>
        </p:nvSpPr>
        <p:spPr>
          <a:xfrm>
            <a:off x="311700" y="3693300"/>
            <a:ext cx="1191000" cy="4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C8FF"/>
              </a:buClr>
              <a:buSzPts val="1200"/>
              <a:buNone/>
              <a:defRPr>
                <a:solidFill>
                  <a:srgbClr val="7FC8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theme" Target="../theme/theme4.xml"/><Relationship Id="rId50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slideLayout" Target="../slideLayouts/slideLayout52.xml"/><Relationship Id="rId3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5.xml"/><Relationship Id="rId6" Type="http://schemas.openxmlformats.org/officeDocument/2006/relationships/slideLayout" Target="../slideLayouts/slideLayout56.xml"/><Relationship Id="rId7" Type="http://schemas.openxmlformats.org/officeDocument/2006/relationships/slideLayout" Target="../slideLayouts/slideLayout57.xml"/><Relationship Id="rId8" Type="http://schemas.openxmlformats.org/officeDocument/2006/relationships/slideLayout" Target="../slideLayouts/slideLayout58.xml"/><Relationship Id="rId31" Type="http://schemas.openxmlformats.org/officeDocument/2006/relationships/slideLayout" Target="../slideLayouts/slideLayout81.xml"/><Relationship Id="rId30" Type="http://schemas.openxmlformats.org/officeDocument/2006/relationships/slideLayout" Target="../slideLayouts/slideLayout80.xml"/><Relationship Id="rId33" Type="http://schemas.openxmlformats.org/officeDocument/2006/relationships/slideLayout" Target="../slideLayouts/slideLayout83.xml"/><Relationship Id="rId32" Type="http://schemas.openxmlformats.org/officeDocument/2006/relationships/slideLayout" Target="../slideLayouts/slideLayout82.xml"/><Relationship Id="rId35" Type="http://schemas.openxmlformats.org/officeDocument/2006/relationships/slideLayout" Target="../slideLayouts/slideLayout85.xml"/><Relationship Id="rId34" Type="http://schemas.openxmlformats.org/officeDocument/2006/relationships/slideLayout" Target="../slideLayouts/slideLayout84.xml"/><Relationship Id="rId37" Type="http://schemas.openxmlformats.org/officeDocument/2006/relationships/theme" Target="../theme/theme3.xml"/><Relationship Id="rId36" Type="http://schemas.openxmlformats.org/officeDocument/2006/relationships/slideLayout" Target="../slideLayouts/slideLayout86.xml"/><Relationship Id="rId20" Type="http://schemas.openxmlformats.org/officeDocument/2006/relationships/slideLayout" Target="../slideLayouts/slideLayout70.xml"/><Relationship Id="rId22" Type="http://schemas.openxmlformats.org/officeDocument/2006/relationships/slideLayout" Target="../slideLayouts/slideLayout72.xml"/><Relationship Id="rId21" Type="http://schemas.openxmlformats.org/officeDocument/2006/relationships/slideLayout" Target="../slideLayouts/slideLayout71.xml"/><Relationship Id="rId24" Type="http://schemas.openxmlformats.org/officeDocument/2006/relationships/slideLayout" Target="../slideLayouts/slideLayout74.xml"/><Relationship Id="rId23" Type="http://schemas.openxmlformats.org/officeDocument/2006/relationships/slideLayout" Target="../slideLayouts/slideLayout73.xml"/><Relationship Id="rId26" Type="http://schemas.openxmlformats.org/officeDocument/2006/relationships/slideLayout" Target="../slideLayouts/slideLayout76.xml"/><Relationship Id="rId25" Type="http://schemas.openxmlformats.org/officeDocument/2006/relationships/slideLayout" Target="../slideLayouts/slideLayout75.xml"/><Relationship Id="rId28" Type="http://schemas.openxmlformats.org/officeDocument/2006/relationships/slideLayout" Target="../slideLayouts/slideLayout78.xml"/><Relationship Id="rId27" Type="http://schemas.openxmlformats.org/officeDocument/2006/relationships/slideLayout" Target="../slideLayouts/slideLayout77.xml"/><Relationship Id="rId29" Type="http://schemas.openxmlformats.org/officeDocument/2006/relationships/slideLayout" Target="../slideLayouts/slideLayout79.xml"/><Relationship Id="rId11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0.xml"/><Relationship Id="rId13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2.xml"/><Relationship Id="rId15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4.xml"/><Relationship Id="rId17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6.xml"/><Relationship Id="rId19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68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7.xml"/><Relationship Id="rId2" Type="http://schemas.openxmlformats.org/officeDocument/2006/relationships/slideLayout" Target="../slideLayouts/slideLayout88.xml"/><Relationship Id="rId3" Type="http://schemas.openxmlformats.org/officeDocument/2006/relationships/slideLayout" Target="../slideLayouts/slideLayout89.xml"/><Relationship Id="rId4" Type="http://schemas.openxmlformats.org/officeDocument/2006/relationships/slideLayout" Target="../slideLayouts/slideLayout90.xml"/><Relationship Id="rId9" Type="http://schemas.openxmlformats.org/officeDocument/2006/relationships/slideLayout" Target="../slideLayouts/slideLayout95.xml"/><Relationship Id="rId5" Type="http://schemas.openxmlformats.org/officeDocument/2006/relationships/slideLayout" Target="../slideLayouts/slideLayout91.xml"/><Relationship Id="rId6" Type="http://schemas.openxmlformats.org/officeDocument/2006/relationships/slideLayout" Target="../slideLayouts/slideLayout92.xml"/><Relationship Id="rId7" Type="http://schemas.openxmlformats.org/officeDocument/2006/relationships/slideLayout" Target="../slideLayouts/slideLayout93.xml"/><Relationship Id="rId8" Type="http://schemas.openxmlformats.org/officeDocument/2006/relationships/slideLayout" Target="../slideLayouts/slideLayout94.xml"/><Relationship Id="rId31" Type="http://schemas.openxmlformats.org/officeDocument/2006/relationships/slideLayout" Target="../slideLayouts/slideLayout117.xml"/><Relationship Id="rId30" Type="http://schemas.openxmlformats.org/officeDocument/2006/relationships/slideLayout" Target="../slideLayouts/slideLayout116.xml"/><Relationship Id="rId33" Type="http://schemas.openxmlformats.org/officeDocument/2006/relationships/slideLayout" Target="../slideLayouts/slideLayout119.xml"/><Relationship Id="rId32" Type="http://schemas.openxmlformats.org/officeDocument/2006/relationships/slideLayout" Target="../slideLayouts/slideLayout118.xml"/><Relationship Id="rId35" Type="http://schemas.openxmlformats.org/officeDocument/2006/relationships/slideLayout" Target="../slideLayouts/slideLayout121.xml"/><Relationship Id="rId34" Type="http://schemas.openxmlformats.org/officeDocument/2006/relationships/slideLayout" Target="../slideLayouts/slideLayout120.xml"/><Relationship Id="rId37" Type="http://schemas.openxmlformats.org/officeDocument/2006/relationships/theme" Target="../theme/theme2.xml"/><Relationship Id="rId36" Type="http://schemas.openxmlformats.org/officeDocument/2006/relationships/slideLayout" Target="../slideLayouts/slideLayout122.xml"/><Relationship Id="rId20" Type="http://schemas.openxmlformats.org/officeDocument/2006/relationships/slideLayout" Target="../slideLayouts/slideLayout106.xml"/><Relationship Id="rId22" Type="http://schemas.openxmlformats.org/officeDocument/2006/relationships/slideLayout" Target="../slideLayouts/slideLayout108.xml"/><Relationship Id="rId21" Type="http://schemas.openxmlformats.org/officeDocument/2006/relationships/slideLayout" Target="../slideLayouts/slideLayout107.xml"/><Relationship Id="rId24" Type="http://schemas.openxmlformats.org/officeDocument/2006/relationships/slideLayout" Target="../slideLayouts/slideLayout110.xml"/><Relationship Id="rId23" Type="http://schemas.openxmlformats.org/officeDocument/2006/relationships/slideLayout" Target="../slideLayouts/slideLayout109.xml"/><Relationship Id="rId26" Type="http://schemas.openxmlformats.org/officeDocument/2006/relationships/slideLayout" Target="../slideLayouts/slideLayout112.xml"/><Relationship Id="rId25" Type="http://schemas.openxmlformats.org/officeDocument/2006/relationships/slideLayout" Target="../slideLayouts/slideLayout111.xml"/><Relationship Id="rId28" Type="http://schemas.openxmlformats.org/officeDocument/2006/relationships/slideLayout" Target="../slideLayouts/slideLayout114.xml"/><Relationship Id="rId27" Type="http://schemas.openxmlformats.org/officeDocument/2006/relationships/slideLayout" Target="../slideLayouts/slideLayout113.xml"/><Relationship Id="rId29" Type="http://schemas.openxmlformats.org/officeDocument/2006/relationships/slideLayout" Target="../slideLayouts/slideLayout115.xml"/><Relationship Id="rId11" Type="http://schemas.openxmlformats.org/officeDocument/2006/relationships/slideLayout" Target="../slideLayouts/slideLayout97.xml"/><Relationship Id="rId10" Type="http://schemas.openxmlformats.org/officeDocument/2006/relationships/slideLayout" Target="../slideLayouts/slideLayout96.xml"/><Relationship Id="rId13" Type="http://schemas.openxmlformats.org/officeDocument/2006/relationships/slideLayout" Target="../slideLayouts/slideLayout99.xml"/><Relationship Id="rId12" Type="http://schemas.openxmlformats.org/officeDocument/2006/relationships/slideLayout" Target="../slideLayouts/slideLayout98.xml"/><Relationship Id="rId15" Type="http://schemas.openxmlformats.org/officeDocument/2006/relationships/slideLayout" Target="../slideLayouts/slideLayout101.xml"/><Relationship Id="rId14" Type="http://schemas.openxmlformats.org/officeDocument/2006/relationships/slideLayout" Target="../slideLayouts/slideLayout100.xml"/><Relationship Id="rId17" Type="http://schemas.openxmlformats.org/officeDocument/2006/relationships/slideLayout" Target="../slideLayouts/slideLayout103.xml"/><Relationship Id="rId16" Type="http://schemas.openxmlformats.org/officeDocument/2006/relationships/slideLayout" Target="../slideLayouts/slideLayout102.xml"/><Relationship Id="rId19" Type="http://schemas.openxmlformats.org/officeDocument/2006/relationships/slideLayout" Target="../slideLayouts/slideLayout105.xml"/><Relationship Id="rId18" Type="http://schemas.openxmlformats.org/officeDocument/2006/relationships/slideLayout" Target="../slideLayouts/slideLayout10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86263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Inter Tight"/>
              <a:buNone/>
              <a:defRPr sz="3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710"/>
              </a:buClr>
              <a:buSzPts val="1800"/>
              <a:buFont typeface="Inter Tight"/>
              <a:buChar char="●"/>
              <a:defRPr sz="1800">
                <a:solidFill>
                  <a:srgbClr val="030710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 Tight"/>
              <a:buChar char="○"/>
              <a:defRPr>
                <a:solidFill>
                  <a:schemeClr val="dk2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 Tight"/>
              <a:buChar char="■"/>
              <a:defRPr>
                <a:solidFill>
                  <a:schemeClr val="dk2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 Tight"/>
              <a:buChar char="●"/>
              <a:defRPr>
                <a:solidFill>
                  <a:schemeClr val="dk2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 Tight"/>
              <a:buChar char="○"/>
              <a:defRPr>
                <a:solidFill>
                  <a:schemeClr val="dk2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 Tight"/>
              <a:buChar char="■"/>
              <a:defRPr>
                <a:solidFill>
                  <a:schemeClr val="dk2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 Tight"/>
              <a:buChar char="●"/>
              <a:defRPr>
                <a:solidFill>
                  <a:schemeClr val="dk2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 Tight"/>
              <a:buChar char="○"/>
              <a:defRPr>
                <a:solidFill>
                  <a:schemeClr val="dk2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 Tight"/>
              <a:buChar char="■"/>
              <a:defRPr>
                <a:solidFill>
                  <a:schemeClr val="dk2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dk1"/>
        </a:soli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2"/>
          <p:cNvSpPr txBox="1"/>
          <p:nvPr>
            <p:ph type="title"/>
          </p:nvPr>
        </p:nvSpPr>
        <p:spPr>
          <a:xfrm>
            <a:off x="556550" y="445025"/>
            <a:ext cx="8100000" cy="8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IBM Plex Mono"/>
              <a:buNone/>
              <a:defRPr b="0" i="0" sz="2800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IBM Plex Mono"/>
              <a:buNone/>
              <a:defRPr b="0" i="0" sz="2800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IBM Plex Mono"/>
              <a:buNone/>
              <a:defRPr b="0" i="0" sz="2800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IBM Plex Mono"/>
              <a:buNone/>
              <a:defRPr b="0" i="0" sz="2800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IBM Plex Mono"/>
              <a:buNone/>
              <a:defRPr b="0" i="0" sz="2800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IBM Plex Mono"/>
              <a:buNone/>
              <a:defRPr b="0" i="0" sz="2800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IBM Plex Mono"/>
              <a:buNone/>
              <a:defRPr b="0" i="0" sz="2800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IBM Plex Mono"/>
              <a:buNone/>
              <a:defRPr b="0" i="0" sz="2800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IBM Plex Mono"/>
              <a:buNone/>
              <a:defRPr b="0" i="0" sz="2800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410" name="Google Shape;410;p52"/>
          <p:cNvSpPr txBox="1"/>
          <p:nvPr>
            <p:ph idx="1" type="body"/>
          </p:nvPr>
        </p:nvSpPr>
        <p:spPr>
          <a:xfrm>
            <a:off x="556550" y="1672450"/>
            <a:ext cx="806280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 marR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BM Plex Mono"/>
              <a:buChar char="●"/>
              <a:defRPr b="0" i="0" sz="1200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304800" lvl="1" marL="914400" marR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BM Plex Mono"/>
              <a:buChar char="○"/>
              <a:defRPr b="0" i="0" sz="1200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304800" lvl="2" marL="1371600" marR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BM Plex Mono"/>
              <a:buChar char="■"/>
              <a:defRPr b="0" i="0" sz="1200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304800" lvl="3" marL="1828800" marR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BM Plex Mono"/>
              <a:buChar char="●"/>
              <a:defRPr b="0" i="0" sz="1200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304800" lvl="4" marL="2286000" marR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BM Plex Mono"/>
              <a:buChar char="○"/>
              <a:defRPr b="0" i="0" sz="1200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304800" lvl="5" marL="2743200" marR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BM Plex Mono"/>
              <a:buChar char="■"/>
              <a:defRPr b="0" i="0" sz="1200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304800" lvl="6" marL="3200400" marR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BM Plex Mono"/>
              <a:buChar char="●"/>
              <a:defRPr b="0" i="0" sz="1200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304800" lvl="7" marL="3657600" marR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BM Plex Mono"/>
              <a:buChar char="○"/>
              <a:defRPr b="0" i="0" sz="1200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304800" lvl="8" marL="4114800" marR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BM Plex Mono"/>
              <a:buChar char="■"/>
              <a:defRPr b="0" i="0" sz="1200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  <p:sldLayoutId id="2147483716" r:id="rId19"/>
    <p:sldLayoutId id="2147483717" r:id="rId20"/>
    <p:sldLayoutId id="2147483718" r:id="rId21"/>
    <p:sldLayoutId id="2147483719" r:id="rId22"/>
    <p:sldLayoutId id="2147483720" r:id="rId23"/>
    <p:sldLayoutId id="2147483721" r:id="rId24"/>
    <p:sldLayoutId id="2147483722" r:id="rId25"/>
    <p:sldLayoutId id="2147483723" r:id="rId26"/>
    <p:sldLayoutId id="2147483724" r:id="rId27"/>
    <p:sldLayoutId id="2147483725" r:id="rId28"/>
    <p:sldLayoutId id="2147483726" r:id="rId29"/>
    <p:sldLayoutId id="2147483727" r:id="rId30"/>
    <p:sldLayoutId id="2147483728" r:id="rId31"/>
    <p:sldLayoutId id="2147483729" r:id="rId32"/>
    <p:sldLayoutId id="2147483730" r:id="rId33"/>
    <p:sldLayoutId id="2147483731" r:id="rId34"/>
    <p:sldLayoutId id="2147483732" r:id="rId35"/>
    <p:sldLayoutId id="2147483733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dk1"/>
        </a:solidFill>
      </p:bgPr>
    </p:bg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89"/>
          <p:cNvSpPr txBox="1"/>
          <p:nvPr>
            <p:ph type="title"/>
          </p:nvPr>
        </p:nvSpPr>
        <p:spPr>
          <a:xfrm>
            <a:off x="556550" y="445025"/>
            <a:ext cx="8100000" cy="8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IBM Plex Mono"/>
              <a:buNone/>
              <a:defRPr b="0" i="0" sz="2800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IBM Plex Mono"/>
              <a:buNone/>
              <a:defRPr b="0" i="0" sz="2800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IBM Plex Mono"/>
              <a:buNone/>
              <a:defRPr b="0" i="0" sz="2800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IBM Plex Mono"/>
              <a:buNone/>
              <a:defRPr b="0" i="0" sz="2800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IBM Plex Mono"/>
              <a:buNone/>
              <a:defRPr b="0" i="0" sz="2800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IBM Plex Mono"/>
              <a:buNone/>
              <a:defRPr b="0" i="0" sz="2800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IBM Plex Mono"/>
              <a:buNone/>
              <a:defRPr b="0" i="0" sz="2800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IBM Plex Mono"/>
              <a:buNone/>
              <a:defRPr b="0" i="0" sz="2800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IBM Plex Mono"/>
              <a:buNone/>
              <a:defRPr b="0" i="0" sz="2800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831" name="Google Shape;831;p89"/>
          <p:cNvSpPr txBox="1"/>
          <p:nvPr>
            <p:ph idx="1" type="body"/>
          </p:nvPr>
        </p:nvSpPr>
        <p:spPr>
          <a:xfrm>
            <a:off x="556550" y="1672450"/>
            <a:ext cx="806280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 marR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BM Plex Mono"/>
              <a:buChar char="●"/>
              <a:defRPr b="0" i="0" sz="1200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304800" lvl="1" marL="914400" marR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BM Plex Mono"/>
              <a:buChar char="○"/>
              <a:defRPr b="0" i="0" sz="1200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304800" lvl="2" marL="1371600" marR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BM Plex Mono"/>
              <a:buChar char="■"/>
              <a:defRPr b="0" i="0" sz="1200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304800" lvl="3" marL="1828800" marR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BM Plex Mono"/>
              <a:buChar char="●"/>
              <a:defRPr b="0" i="0" sz="1200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304800" lvl="4" marL="2286000" marR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BM Plex Mono"/>
              <a:buChar char="○"/>
              <a:defRPr b="0" i="0" sz="1200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304800" lvl="5" marL="2743200" marR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BM Plex Mono"/>
              <a:buChar char="■"/>
              <a:defRPr b="0" i="0" sz="1200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304800" lvl="6" marL="3200400" marR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BM Plex Mono"/>
              <a:buChar char="●"/>
              <a:defRPr b="0" i="0" sz="1200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304800" lvl="7" marL="3657600" marR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BM Plex Mono"/>
              <a:buChar char="○"/>
              <a:defRPr b="0" i="0" sz="1200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304800" lvl="8" marL="4114800" marR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BM Plex Mono"/>
              <a:buChar char="■"/>
              <a:defRPr b="0" i="0" sz="1200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  <p:sldLayoutId id="2147483746" r:id="rId13"/>
    <p:sldLayoutId id="2147483747" r:id="rId14"/>
    <p:sldLayoutId id="2147483748" r:id="rId15"/>
    <p:sldLayoutId id="2147483749" r:id="rId16"/>
    <p:sldLayoutId id="2147483750" r:id="rId17"/>
    <p:sldLayoutId id="2147483751" r:id="rId18"/>
    <p:sldLayoutId id="2147483752" r:id="rId19"/>
    <p:sldLayoutId id="2147483753" r:id="rId20"/>
    <p:sldLayoutId id="2147483754" r:id="rId21"/>
    <p:sldLayoutId id="2147483755" r:id="rId22"/>
    <p:sldLayoutId id="2147483756" r:id="rId23"/>
    <p:sldLayoutId id="2147483757" r:id="rId24"/>
    <p:sldLayoutId id="2147483758" r:id="rId25"/>
    <p:sldLayoutId id="2147483759" r:id="rId26"/>
    <p:sldLayoutId id="2147483760" r:id="rId27"/>
    <p:sldLayoutId id="2147483761" r:id="rId28"/>
    <p:sldLayoutId id="2147483762" r:id="rId29"/>
    <p:sldLayoutId id="2147483763" r:id="rId30"/>
    <p:sldLayoutId id="2147483764" r:id="rId31"/>
    <p:sldLayoutId id="2147483765" r:id="rId32"/>
    <p:sldLayoutId id="2147483766" r:id="rId33"/>
    <p:sldLayoutId id="2147483767" r:id="rId34"/>
    <p:sldLayoutId id="2147483768" r:id="rId35"/>
    <p:sldLayoutId id="2147483769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6.jpg"/><Relationship Id="rId4" Type="http://schemas.openxmlformats.org/officeDocument/2006/relationships/image" Target="../media/image6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6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70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70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70.jpg"/><Relationship Id="rId4" Type="http://schemas.openxmlformats.org/officeDocument/2006/relationships/image" Target="../media/image8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70.jpg"/><Relationship Id="rId4" Type="http://schemas.openxmlformats.org/officeDocument/2006/relationships/image" Target="../media/image81.png"/><Relationship Id="rId5" Type="http://schemas.openxmlformats.org/officeDocument/2006/relationships/image" Target="../media/image74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70.jpg"/><Relationship Id="rId4" Type="http://schemas.openxmlformats.org/officeDocument/2006/relationships/image" Target="../media/image8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70.jpg"/><Relationship Id="rId4" Type="http://schemas.openxmlformats.org/officeDocument/2006/relationships/image" Target="../media/image81.png"/><Relationship Id="rId5" Type="http://schemas.openxmlformats.org/officeDocument/2006/relationships/image" Target="../media/image74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84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70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75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75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75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75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75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75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70.jpg"/><Relationship Id="rId4" Type="http://schemas.openxmlformats.org/officeDocument/2006/relationships/image" Target="../media/image75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80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80.png"/><Relationship Id="rId4" Type="http://schemas.openxmlformats.org/officeDocument/2006/relationships/image" Target="../media/image88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79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85.png"/><Relationship Id="rId4" Type="http://schemas.openxmlformats.org/officeDocument/2006/relationships/hyperlink" Target="https://colab.research.google.com/drive/18HnyRT_AualxB_YLK2sfN-2rwSyk4exx#scrollTo=6ab1c5c9" TargetMode="Externa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82.png"/><Relationship Id="rId4" Type="http://schemas.openxmlformats.org/officeDocument/2006/relationships/hyperlink" Target="https://colab.research.google.com/drive/1PsgwiukuBY8h1QuMCqvTg-q-emoSv9zk#scrollTo=7869b798" TargetMode="Externa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83.png"/><Relationship Id="rId4" Type="http://schemas.openxmlformats.org/officeDocument/2006/relationships/hyperlink" Target="https://academy.langchain.com/courses/foundation-introduction-to-deepagents" TargetMode="Externa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8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1"/>
            </a:gs>
            <a:gs pos="57000">
              <a:schemeClr val="dk1"/>
            </a:gs>
            <a:gs pos="91000">
              <a:srgbClr val="89CCFE"/>
            </a:gs>
            <a:gs pos="100000">
              <a:srgbClr val="868CFE"/>
            </a:gs>
          </a:gsLst>
          <a:lin ang="5400012" scaled="0"/>
        </a:gradFill>
      </p:bgPr>
    </p:bg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26"/>
          <p:cNvSpPr txBox="1"/>
          <p:nvPr>
            <p:ph type="ctrTitle"/>
          </p:nvPr>
        </p:nvSpPr>
        <p:spPr>
          <a:xfrm>
            <a:off x="3647800" y="2173300"/>
            <a:ext cx="3407700" cy="12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chemeClr val="lt1"/>
                </a:solidFill>
              </a:rPr>
              <a:t>Agent Harnesses &amp; Deep Agents 101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55" name="Google Shape;1255;p126"/>
          <p:cNvSpPr txBox="1"/>
          <p:nvPr>
            <p:ph idx="4294967295" type="title"/>
          </p:nvPr>
        </p:nvSpPr>
        <p:spPr>
          <a:xfrm>
            <a:off x="7122551" y="4474150"/>
            <a:ext cx="1895400" cy="5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900">
                <a:solidFill>
                  <a:srgbClr val="CCE9FF"/>
                </a:solidFill>
              </a:rPr>
              <a:t>Jess Weng</a:t>
            </a:r>
            <a:endParaRPr sz="2900">
              <a:solidFill>
                <a:srgbClr val="CCE9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p127"/>
          <p:cNvSpPr txBox="1"/>
          <p:nvPr>
            <p:ph type="title"/>
          </p:nvPr>
        </p:nvSpPr>
        <p:spPr>
          <a:xfrm>
            <a:off x="311700" y="28626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Speakers</a:t>
            </a:r>
            <a:endParaRPr/>
          </a:p>
        </p:txBody>
      </p:sp>
      <p:pic>
        <p:nvPicPr>
          <p:cNvPr id="1261" name="Google Shape;1261;p127" title="jess.jpe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65855" y="1737546"/>
            <a:ext cx="2197200" cy="2197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262" name="Google Shape;1262;p127"/>
          <p:cNvSpPr txBox="1"/>
          <p:nvPr>
            <p:ph idx="4294967295" type="body"/>
          </p:nvPr>
        </p:nvSpPr>
        <p:spPr>
          <a:xfrm>
            <a:off x="2231561" y="1355474"/>
            <a:ext cx="1465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67"/>
              <a:buNone/>
            </a:pPr>
            <a:r>
              <a:rPr lang="en" sz="1700">
                <a:solidFill>
                  <a:srgbClr val="80C8FF"/>
                </a:solidFill>
              </a:rPr>
              <a:t>Jess Weng</a:t>
            </a:r>
            <a:endParaRPr sz="1700">
              <a:solidFill>
                <a:srgbClr val="80C8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67"/>
              <a:buNone/>
            </a:pPr>
            <a:r>
              <a:t/>
            </a:r>
            <a:endParaRPr sz="1301">
              <a:solidFill>
                <a:srgbClr val="80C8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67"/>
              <a:buNone/>
            </a:pPr>
            <a:r>
              <a:t/>
            </a:r>
            <a:endParaRPr sz="1301">
              <a:solidFill>
                <a:srgbClr val="80C8FF"/>
              </a:solidFill>
            </a:endParaRPr>
          </a:p>
        </p:txBody>
      </p:sp>
      <p:pic>
        <p:nvPicPr>
          <p:cNvPr id="1263" name="Google Shape;1263;p127" title="ishaan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80980" y="1744327"/>
            <a:ext cx="2197200" cy="2197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264" name="Google Shape;1264;p127"/>
          <p:cNvSpPr txBox="1"/>
          <p:nvPr>
            <p:ph idx="4294967295" type="body"/>
          </p:nvPr>
        </p:nvSpPr>
        <p:spPr>
          <a:xfrm>
            <a:off x="5446686" y="1355487"/>
            <a:ext cx="1465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67"/>
              <a:buNone/>
            </a:pPr>
            <a:r>
              <a:rPr lang="en" sz="1700">
                <a:solidFill>
                  <a:srgbClr val="80C8FF"/>
                </a:solidFill>
              </a:rPr>
              <a:t>Ishaan Lal</a:t>
            </a:r>
            <a:endParaRPr sz="1700">
              <a:solidFill>
                <a:srgbClr val="80C8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67"/>
              <a:buNone/>
            </a:pPr>
            <a:r>
              <a:t/>
            </a:r>
            <a:endParaRPr sz="1301">
              <a:solidFill>
                <a:srgbClr val="80C8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67"/>
              <a:buNone/>
            </a:pPr>
            <a:r>
              <a:t/>
            </a:r>
            <a:endParaRPr sz="1301">
              <a:solidFill>
                <a:srgbClr val="80C8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p128"/>
          <p:cNvSpPr txBox="1"/>
          <p:nvPr>
            <p:ph type="title"/>
          </p:nvPr>
        </p:nvSpPr>
        <p:spPr>
          <a:xfrm>
            <a:off x="311700" y="28626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1270" name="Google Shape;1270;p128"/>
          <p:cNvSpPr txBox="1"/>
          <p:nvPr>
            <p:ph idx="1" type="subTitle"/>
          </p:nvPr>
        </p:nvSpPr>
        <p:spPr>
          <a:xfrm>
            <a:off x="1502700" y="1367200"/>
            <a:ext cx="5093400" cy="4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Arial"/>
              <a:buNone/>
            </a:pPr>
            <a:r>
              <a:rPr lang="en" sz="1600">
                <a:solidFill>
                  <a:srgbClr val="CCE9FF"/>
                </a:solidFill>
                <a:latin typeface="IBM Plex Mono"/>
                <a:ea typeface="IBM Plex Mono"/>
                <a:cs typeface="IBM Plex Mono"/>
                <a:sym typeface="IBM Plex Mono"/>
              </a:rPr>
              <a:t>INTRODUCTION TO DEEP AGENTS</a:t>
            </a:r>
            <a:endParaRPr sz="1600">
              <a:solidFill>
                <a:srgbClr val="CCE9FF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271" name="Google Shape;1271;p128"/>
          <p:cNvSpPr txBox="1"/>
          <p:nvPr>
            <p:ph idx="2" type="subTitle"/>
          </p:nvPr>
        </p:nvSpPr>
        <p:spPr>
          <a:xfrm>
            <a:off x="1502700" y="1948725"/>
            <a:ext cx="5093400" cy="4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CCE9FF"/>
                </a:solidFill>
                <a:latin typeface="IBM Plex Mono"/>
                <a:ea typeface="IBM Plex Mono"/>
                <a:cs typeface="IBM Plex Mono"/>
                <a:sym typeface="IBM Plex Mono"/>
              </a:rPr>
              <a:t>BUILD A DEEP AGENT</a:t>
            </a:r>
            <a:endParaRPr sz="1600">
              <a:solidFill>
                <a:srgbClr val="CCE9FF"/>
              </a:solidFill>
            </a:endParaRPr>
          </a:p>
        </p:txBody>
      </p:sp>
      <p:sp>
        <p:nvSpPr>
          <p:cNvPr id="1272" name="Google Shape;1272;p128"/>
          <p:cNvSpPr txBox="1"/>
          <p:nvPr>
            <p:ph idx="3" type="subTitle"/>
          </p:nvPr>
        </p:nvSpPr>
        <p:spPr>
          <a:xfrm>
            <a:off x="1502700" y="2530250"/>
            <a:ext cx="5093400" cy="4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rgbClr val="CCE9FF"/>
                </a:solidFill>
              </a:rPr>
              <a:t>Q &amp; A</a:t>
            </a:r>
            <a:endParaRPr sz="1600">
              <a:solidFill>
                <a:srgbClr val="CCE9FF"/>
              </a:solidFill>
            </a:endParaRPr>
          </a:p>
        </p:txBody>
      </p:sp>
      <p:sp>
        <p:nvSpPr>
          <p:cNvPr id="1273" name="Google Shape;1273;p128"/>
          <p:cNvSpPr txBox="1"/>
          <p:nvPr>
            <p:ph idx="6" type="subTitle"/>
          </p:nvPr>
        </p:nvSpPr>
        <p:spPr>
          <a:xfrm>
            <a:off x="311700" y="1367200"/>
            <a:ext cx="1191000" cy="4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1.</a:t>
            </a:r>
            <a:endParaRPr/>
          </a:p>
        </p:txBody>
      </p:sp>
      <p:sp>
        <p:nvSpPr>
          <p:cNvPr id="1274" name="Google Shape;1274;p128"/>
          <p:cNvSpPr txBox="1"/>
          <p:nvPr>
            <p:ph idx="7" type="subTitle"/>
          </p:nvPr>
        </p:nvSpPr>
        <p:spPr>
          <a:xfrm>
            <a:off x="311700" y="1948725"/>
            <a:ext cx="1191000" cy="4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2.</a:t>
            </a:r>
            <a:endParaRPr/>
          </a:p>
        </p:txBody>
      </p:sp>
      <p:sp>
        <p:nvSpPr>
          <p:cNvPr id="1275" name="Google Shape;1275;p128"/>
          <p:cNvSpPr txBox="1"/>
          <p:nvPr>
            <p:ph idx="8" type="subTitle"/>
          </p:nvPr>
        </p:nvSpPr>
        <p:spPr>
          <a:xfrm>
            <a:off x="311700" y="2530250"/>
            <a:ext cx="1191000" cy="4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3.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9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p129"/>
          <p:cNvSpPr txBox="1"/>
          <p:nvPr>
            <p:ph idx="4294967295" type="body"/>
          </p:nvPr>
        </p:nvSpPr>
        <p:spPr>
          <a:xfrm>
            <a:off x="2524800" y="2197488"/>
            <a:ext cx="4094400" cy="74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4000">
                <a:solidFill>
                  <a:srgbClr val="CCE9FF"/>
                </a:solidFill>
                <a:latin typeface="Inter Tight"/>
                <a:ea typeface="Inter Tight"/>
                <a:cs typeface="Inter Tight"/>
                <a:sym typeface="Inter Tight"/>
              </a:rPr>
              <a:t>What is an agent?</a:t>
            </a:r>
            <a:endParaRPr sz="4000">
              <a:solidFill>
                <a:srgbClr val="CCE9FF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4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85" name="Google Shape;1285;p130"/>
          <p:cNvCxnSpPr/>
          <p:nvPr/>
        </p:nvCxnSpPr>
        <p:spPr>
          <a:xfrm flipH="1">
            <a:off x="3339625" y="0"/>
            <a:ext cx="6000" cy="514350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6" name="Google Shape;1286;p130"/>
          <p:cNvSpPr txBox="1"/>
          <p:nvPr/>
        </p:nvSpPr>
        <p:spPr>
          <a:xfrm>
            <a:off x="263550" y="903345"/>
            <a:ext cx="2653500" cy="15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2FAFF"/>
                </a:solidFill>
                <a:latin typeface="Inter Tight"/>
                <a:ea typeface="Inter Tight"/>
                <a:cs typeface="Inter Tight"/>
                <a:sym typeface="Inter Tight"/>
              </a:rPr>
              <a:t>A model calling tools in a loop until it completes a task </a:t>
            </a:r>
            <a:endParaRPr sz="2200">
              <a:solidFill>
                <a:srgbClr val="F2FAFF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2FAFF"/>
                </a:solidFill>
                <a:latin typeface="Inter Tight"/>
                <a:ea typeface="Inter Tight"/>
                <a:cs typeface="Inter Tight"/>
                <a:sym typeface="Inter Tight"/>
              </a:rPr>
              <a:t>and returns a result.</a:t>
            </a:r>
            <a:endParaRPr sz="2200">
              <a:solidFill>
                <a:srgbClr val="F2FAFF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287" name="Google Shape;1287;p130"/>
          <p:cNvSpPr/>
          <p:nvPr/>
        </p:nvSpPr>
        <p:spPr>
          <a:xfrm>
            <a:off x="5437839" y="1009013"/>
            <a:ext cx="1886100" cy="489000"/>
          </a:xfrm>
          <a:prstGeom prst="roundRect">
            <a:avLst>
              <a:gd fmla="val 16667" name="adj"/>
            </a:avLst>
          </a:prstGeom>
          <a:solidFill>
            <a:srgbClr val="7CC3F9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5">
                <a:latin typeface="IBM Plex Mono"/>
                <a:ea typeface="IBM Plex Mono"/>
                <a:cs typeface="IBM Plex Mono"/>
                <a:sym typeface="IBM Plex Mono"/>
              </a:rPr>
              <a:t>input</a:t>
            </a:r>
            <a:endParaRPr sz="1635"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p131"/>
          <p:cNvSpPr/>
          <p:nvPr/>
        </p:nvSpPr>
        <p:spPr>
          <a:xfrm>
            <a:off x="5437839" y="1009013"/>
            <a:ext cx="1886100" cy="489000"/>
          </a:xfrm>
          <a:prstGeom prst="roundRect">
            <a:avLst>
              <a:gd fmla="val 16667" name="adj"/>
            </a:avLst>
          </a:prstGeom>
          <a:solidFill>
            <a:srgbClr val="7CC3F9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5">
                <a:latin typeface="IBM Plex Mono"/>
                <a:ea typeface="IBM Plex Mono"/>
                <a:cs typeface="IBM Plex Mono"/>
                <a:sym typeface="IBM Plex Mono"/>
              </a:rPr>
              <a:t>input</a:t>
            </a:r>
            <a:endParaRPr sz="1635"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293" name="Google Shape;1293;p131"/>
          <p:cNvSpPr/>
          <p:nvPr/>
        </p:nvSpPr>
        <p:spPr>
          <a:xfrm>
            <a:off x="5657488" y="2006136"/>
            <a:ext cx="1446900" cy="489000"/>
          </a:xfrm>
          <a:prstGeom prst="roundRect">
            <a:avLst>
              <a:gd fmla="val 16667" name="adj"/>
            </a:avLst>
          </a:prstGeom>
          <a:solidFill>
            <a:srgbClr val="895270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5">
                <a:solidFill>
                  <a:schemeClr val="lt2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model</a:t>
            </a:r>
            <a:endParaRPr sz="1635">
              <a:solidFill>
                <a:schemeClr val="lt2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1294" name="Google Shape;1294;p131"/>
          <p:cNvCxnSpPr>
            <a:stCxn id="1292" idx="2"/>
            <a:endCxn id="1293" idx="0"/>
          </p:cNvCxnSpPr>
          <p:nvPr/>
        </p:nvCxnSpPr>
        <p:spPr>
          <a:xfrm>
            <a:off x="6380889" y="1498013"/>
            <a:ext cx="0" cy="508200"/>
          </a:xfrm>
          <a:prstGeom prst="straightConnector1">
            <a:avLst/>
          </a:prstGeom>
          <a:noFill/>
          <a:ln cap="flat" cmpd="sng" w="22250">
            <a:solidFill>
              <a:srgbClr val="CDE8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5" name="Google Shape;1295;p131"/>
          <p:cNvCxnSpPr/>
          <p:nvPr/>
        </p:nvCxnSpPr>
        <p:spPr>
          <a:xfrm flipH="1">
            <a:off x="3339625" y="0"/>
            <a:ext cx="6000" cy="514350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6" name="Google Shape;1296;p131"/>
          <p:cNvSpPr txBox="1"/>
          <p:nvPr/>
        </p:nvSpPr>
        <p:spPr>
          <a:xfrm>
            <a:off x="263550" y="903345"/>
            <a:ext cx="2653500" cy="15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2FAFF"/>
                </a:solidFill>
                <a:latin typeface="Inter Tight"/>
                <a:ea typeface="Inter Tight"/>
                <a:cs typeface="Inter Tight"/>
                <a:sym typeface="Inter Tight"/>
              </a:rPr>
              <a:t>A model calling tools in a loop until it completes a task </a:t>
            </a:r>
            <a:endParaRPr sz="2200">
              <a:solidFill>
                <a:srgbClr val="F2FAFF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2FAFF"/>
                </a:solidFill>
                <a:latin typeface="Inter Tight"/>
                <a:ea typeface="Inter Tight"/>
                <a:cs typeface="Inter Tight"/>
                <a:sym typeface="Inter Tight"/>
              </a:rPr>
              <a:t>and returns a result.</a:t>
            </a:r>
            <a:endParaRPr sz="2200">
              <a:solidFill>
                <a:srgbClr val="F2FAFF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p132"/>
          <p:cNvSpPr/>
          <p:nvPr/>
        </p:nvSpPr>
        <p:spPr>
          <a:xfrm>
            <a:off x="5437839" y="1009013"/>
            <a:ext cx="1886100" cy="489000"/>
          </a:xfrm>
          <a:prstGeom prst="roundRect">
            <a:avLst>
              <a:gd fmla="val 16667" name="adj"/>
            </a:avLst>
          </a:prstGeom>
          <a:solidFill>
            <a:srgbClr val="0D1322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5">
                <a:latin typeface="IBM Plex Mono"/>
                <a:ea typeface="IBM Plex Mono"/>
                <a:cs typeface="IBM Plex Mono"/>
                <a:sym typeface="IBM Plex Mono"/>
              </a:rPr>
              <a:t>input</a:t>
            </a:r>
            <a:endParaRPr sz="1635"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302" name="Google Shape;1302;p132"/>
          <p:cNvSpPr/>
          <p:nvPr/>
        </p:nvSpPr>
        <p:spPr>
          <a:xfrm>
            <a:off x="5657488" y="2006136"/>
            <a:ext cx="1446900" cy="489000"/>
          </a:xfrm>
          <a:prstGeom prst="roundRect">
            <a:avLst>
              <a:gd fmla="val 16667" name="adj"/>
            </a:avLst>
          </a:prstGeom>
          <a:solidFill>
            <a:srgbClr val="895270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5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model</a:t>
            </a:r>
            <a:endParaRPr sz="1635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303" name="Google Shape;1303;p132"/>
          <p:cNvSpPr/>
          <p:nvPr/>
        </p:nvSpPr>
        <p:spPr>
          <a:xfrm>
            <a:off x="4180576" y="2885085"/>
            <a:ext cx="1128000" cy="489000"/>
          </a:xfrm>
          <a:prstGeom prst="roundRect">
            <a:avLst>
              <a:gd fmla="val 16667" name="adj"/>
            </a:avLst>
          </a:prstGeom>
          <a:solidFill>
            <a:srgbClr val="95CDF8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5">
                <a:latin typeface="IBM Plex Mono"/>
                <a:ea typeface="IBM Plex Mono"/>
                <a:cs typeface="IBM Plex Mono"/>
                <a:sym typeface="IBM Plex Mono"/>
              </a:rPr>
              <a:t>tool</a:t>
            </a:r>
            <a:endParaRPr sz="1635"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1304" name="Google Shape;1304;p132"/>
          <p:cNvCxnSpPr>
            <a:stCxn id="1301" idx="2"/>
            <a:endCxn id="1302" idx="0"/>
          </p:cNvCxnSpPr>
          <p:nvPr/>
        </p:nvCxnSpPr>
        <p:spPr>
          <a:xfrm>
            <a:off x="6380889" y="1498013"/>
            <a:ext cx="0" cy="508200"/>
          </a:xfrm>
          <a:prstGeom prst="straightConnector1">
            <a:avLst/>
          </a:prstGeom>
          <a:noFill/>
          <a:ln cap="flat" cmpd="sng" w="22250">
            <a:solidFill>
              <a:srgbClr val="0D13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05" name="Google Shape;1305;p132"/>
          <p:cNvCxnSpPr>
            <a:stCxn id="1302" idx="1"/>
          </p:cNvCxnSpPr>
          <p:nvPr/>
        </p:nvCxnSpPr>
        <p:spPr>
          <a:xfrm flipH="1">
            <a:off x="5018788" y="2250636"/>
            <a:ext cx="638700" cy="664500"/>
          </a:xfrm>
          <a:prstGeom prst="curvedConnector2">
            <a:avLst/>
          </a:prstGeom>
          <a:noFill/>
          <a:ln cap="flat" cmpd="sng" w="22250">
            <a:solidFill>
              <a:srgbClr val="CDE8FF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306" name="Google Shape;1306;p132"/>
          <p:cNvCxnSpPr/>
          <p:nvPr/>
        </p:nvCxnSpPr>
        <p:spPr>
          <a:xfrm flipH="1">
            <a:off x="3339625" y="0"/>
            <a:ext cx="6000" cy="514350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7" name="Google Shape;1307;p132"/>
          <p:cNvSpPr txBox="1"/>
          <p:nvPr/>
        </p:nvSpPr>
        <p:spPr>
          <a:xfrm>
            <a:off x="263550" y="903345"/>
            <a:ext cx="2653500" cy="15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2FAFF"/>
                </a:solidFill>
                <a:latin typeface="Inter Tight"/>
                <a:ea typeface="Inter Tight"/>
                <a:cs typeface="Inter Tight"/>
                <a:sym typeface="Inter Tight"/>
              </a:rPr>
              <a:t>A model calling tools in a loop until it completes a task </a:t>
            </a:r>
            <a:endParaRPr sz="2200">
              <a:solidFill>
                <a:srgbClr val="F2FAFF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2FAFF"/>
                </a:solidFill>
                <a:latin typeface="Inter Tight"/>
                <a:ea typeface="Inter Tight"/>
                <a:cs typeface="Inter Tight"/>
                <a:sym typeface="Inter Tight"/>
              </a:rPr>
              <a:t>and returns a result.</a:t>
            </a:r>
            <a:endParaRPr sz="2200">
              <a:solidFill>
                <a:srgbClr val="F2FAFF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p133"/>
          <p:cNvSpPr/>
          <p:nvPr/>
        </p:nvSpPr>
        <p:spPr>
          <a:xfrm>
            <a:off x="5437839" y="1009013"/>
            <a:ext cx="1886100" cy="489000"/>
          </a:xfrm>
          <a:prstGeom prst="roundRect">
            <a:avLst>
              <a:gd fmla="val 16667" name="adj"/>
            </a:avLst>
          </a:prstGeom>
          <a:solidFill>
            <a:srgbClr val="0D1322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5">
                <a:latin typeface="IBM Plex Mono"/>
                <a:ea typeface="IBM Plex Mono"/>
                <a:cs typeface="IBM Plex Mono"/>
                <a:sym typeface="IBM Plex Mono"/>
              </a:rPr>
              <a:t>input</a:t>
            </a:r>
            <a:endParaRPr sz="1635"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313" name="Google Shape;1313;p133"/>
          <p:cNvSpPr/>
          <p:nvPr/>
        </p:nvSpPr>
        <p:spPr>
          <a:xfrm>
            <a:off x="5657488" y="2006136"/>
            <a:ext cx="1446900" cy="489000"/>
          </a:xfrm>
          <a:prstGeom prst="roundRect">
            <a:avLst>
              <a:gd fmla="val 16667" name="adj"/>
            </a:avLst>
          </a:prstGeom>
          <a:solidFill>
            <a:srgbClr val="895270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5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model</a:t>
            </a:r>
            <a:endParaRPr sz="1635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314" name="Google Shape;1314;p133"/>
          <p:cNvSpPr/>
          <p:nvPr/>
        </p:nvSpPr>
        <p:spPr>
          <a:xfrm>
            <a:off x="4180576" y="2885085"/>
            <a:ext cx="1128000" cy="489000"/>
          </a:xfrm>
          <a:prstGeom prst="roundRect">
            <a:avLst>
              <a:gd fmla="val 16667" name="adj"/>
            </a:avLst>
          </a:prstGeom>
          <a:solidFill>
            <a:srgbClr val="95CDF8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5">
                <a:latin typeface="IBM Plex Mono"/>
                <a:ea typeface="IBM Plex Mono"/>
                <a:cs typeface="IBM Plex Mono"/>
                <a:sym typeface="IBM Plex Mono"/>
              </a:rPr>
              <a:t>tool</a:t>
            </a:r>
            <a:endParaRPr sz="1635"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1315" name="Google Shape;1315;p133"/>
          <p:cNvCxnSpPr>
            <a:stCxn id="1312" idx="2"/>
            <a:endCxn id="1313" idx="0"/>
          </p:cNvCxnSpPr>
          <p:nvPr/>
        </p:nvCxnSpPr>
        <p:spPr>
          <a:xfrm>
            <a:off x="6380889" y="1498013"/>
            <a:ext cx="0" cy="508200"/>
          </a:xfrm>
          <a:prstGeom prst="straightConnector1">
            <a:avLst/>
          </a:prstGeom>
          <a:noFill/>
          <a:ln cap="flat" cmpd="sng" w="22250">
            <a:solidFill>
              <a:srgbClr val="0D13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6" name="Google Shape;1316;p133"/>
          <p:cNvCxnSpPr>
            <a:stCxn id="1313" idx="1"/>
          </p:cNvCxnSpPr>
          <p:nvPr/>
        </p:nvCxnSpPr>
        <p:spPr>
          <a:xfrm flipH="1">
            <a:off x="5018788" y="2250636"/>
            <a:ext cx="638700" cy="664500"/>
          </a:xfrm>
          <a:prstGeom prst="curvedConnector2">
            <a:avLst/>
          </a:prstGeom>
          <a:noFill/>
          <a:ln cap="flat" cmpd="sng" w="22250">
            <a:solidFill>
              <a:srgbClr val="CDE8FF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317" name="Google Shape;1317;p133"/>
          <p:cNvCxnSpPr>
            <a:endCxn id="1314" idx="3"/>
          </p:cNvCxnSpPr>
          <p:nvPr/>
        </p:nvCxnSpPr>
        <p:spPr>
          <a:xfrm rot="5400000">
            <a:off x="5280976" y="2523285"/>
            <a:ext cx="633900" cy="578700"/>
          </a:xfrm>
          <a:prstGeom prst="curvedConnector2">
            <a:avLst/>
          </a:prstGeom>
          <a:noFill/>
          <a:ln cap="flat" cmpd="sng" w="22250">
            <a:solidFill>
              <a:srgbClr val="CDE8FF"/>
            </a:solidFill>
            <a:prstDash val="dash"/>
            <a:round/>
            <a:headEnd len="med" w="med" type="stealth"/>
            <a:tailEnd len="med" w="med" type="none"/>
          </a:ln>
        </p:spPr>
      </p:cxnSp>
      <p:cxnSp>
        <p:nvCxnSpPr>
          <p:cNvPr id="1318" name="Google Shape;1318;p133"/>
          <p:cNvCxnSpPr/>
          <p:nvPr/>
        </p:nvCxnSpPr>
        <p:spPr>
          <a:xfrm flipH="1">
            <a:off x="3339625" y="0"/>
            <a:ext cx="6000" cy="514350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9" name="Google Shape;1319;p133"/>
          <p:cNvSpPr txBox="1"/>
          <p:nvPr/>
        </p:nvSpPr>
        <p:spPr>
          <a:xfrm>
            <a:off x="263550" y="903345"/>
            <a:ext cx="2653500" cy="15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2FAFF"/>
                </a:solidFill>
                <a:latin typeface="Inter Tight"/>
                <a:ea typeface="Inter Tight"/>
                <a:cs typeface="Inter Tight"/>
                <a:sym typeface="Inter Tight"/>
              </a:rPr>
              <a:t>A model calling tools in a loop until it completes a task </a:t>
            </a:r>
            <a:endParaRPr sz="2200">
              <a:solidFill>
                <a:srgbClr val="F2FAFF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2FAFF"/>
                </a:solidFill>
                <a:latin typeface="Inter Tight"/>
                <a:ea typeface="Inter Tight"/>
                <a:cs typeface="Inter Tight"/>
                <a:sym typeface="Inter Tight"/>
              </a:rPr>
              <a:t>and returns a result.</a:t>
            </a:r>
            <a:endParaRPr sz="2200">
              <a:solidFill>
                <a:srgbClr val="F2FAFF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p134"/>
          <p:cNvSpPr/>
          <p:nvPr/>
        </p:nvSpPr>
        <p:spPr>
          <a:xfrm>
            <a:off x="5437839" y="1009013"/>
            <a:ext cx="1886100" cy="489000"/>
          </a:xfrm>
          <a:prstGeom prst="roundRect">
            <a:avLst>
              <a:gd fmla="val 16667" name="adj"/>
            </a:avLst>
          </a:prstGeom>
          <a:solidFill>
            <a:srgbClr val="0D1322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5">
                <a:latin typeface="IBM Plex Mono"/>
                <a:ea typeface="IBM Plex Mono"/>
                <a:cs typeface="IBM Plex Mono"/>
                <a:sym typeface="IBM Plex Mono"/>
              </a:rPr>
              <a:t>input</a:t>
            </a:r>
            <a:endParaRPr sz="1635"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325" name="Google Shape;1325;p134"/>
          <p:cNvSpPr/>
          <p:nvPr/>
        </p:nvSpPr>
        <p:spPr>
          <a:xfrm>
            <a:off x="5657488" y="2006136"/>
            <a:ext cx="1446900" cy="489000"/>
          </a:xfrm>
          <a:prstGeom prst="roundRect">
            <a:avLst>
              <a:gd fmla="val 16667" name="adj"/>
            </a:avLst>
          </a:prstGeom>
          <a:solidFill>
            <a:srgbClr val="895270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5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model</a:t>
            </a:r>
            <a:endParaRPr sz="1635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326" name="Google Shape;1326;p134"/>
          <p:cNvSpPr/>
          <p:nvPr/>
        </p:nvSpPr>
        <p:spPr>
          <a:xfrm>
            <a:off x="4180576" y="2885085"/>
            <a:ext cx="1128000" cy="489000"/>
          </a:xfrm>
          <a:prstGeom prst="roundRect">
            <a:avLst>
              <a:gd fmla="val 16667" name="adj"/>
            </a:avLst>
          </a:prstGeom>
          <a:solidFill>
            <a:srgbClr val="95CDF8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5">
                <a:latin typeface="IBM Plex Mono"/>
                <a:ea typeface="IBM Plex Mono"/>
                <a:cs typeface="IBM Plex Mono"/>
                <a:sym typeface="IBM Plex Mono"/>
              </a:rPr>
              <a:t>tool</a:t>
            </a:r>
            <a:endParaRPr sz="1635"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1327" name="Google Shape;1327;p134"/>
          <p:cNvCxnSpPr>
            <a:stCxn id="1324" idx="2"/>
            <a:endCxn id="1325" idx="0"/>
          </p:cNvCxnSpPr>
          <p:nvPr/>
        </p:nvCxnSpPr>
        <p:spPr>
          <a:xfrm>
            <a:off x="6380889" y="1498013"/>
            <a:ext cx="0" cy="508200"/>
          </a:xfrm>
          <a:prstGeom prst="straightConnector1">
            <a:avLst/>
          </a:prstGeom>
          <a:noFill/>
          <a:ln cap="flat" cmpd="sng" w="22250">
            <a:solidFill>
              <a:srgbClr val="0D13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8" name="Google Shape;1328;p134"/>
          <p:cNvCxnSpPr>
            <a:stCxn id="1325" idx="1"/>
          </p:cNvCxnSpPr>
          <p:nvPr/>
        </p:nvCxnSpPr>
        <p:spPr>
          <a:xfrm flipH="1">
            <a:off x="5018788" y="2250636"/>
            <a:ext cx="638700" cy="664500"/>
          </a:xfrm>
          <a:prstGeom prst="curvedConnector2">
            <a:avLst/>
          </a:prstGeom>
          <a:noFill/>
          <a:ln cap="flat" cmpd="sng" w="22250">
            <a:solidFill>
              <a:srgbClr val="CDE8FF"/>
            </a:solidFill>
            <a:prstDash val="dot"/>
            <a:round/>
            <a:headEnd len="med" w="med" type="none"/>
            <a:tailEnd len="med" w="med" type="stealth"/>
          </a:ln>
        </p:spPr>
      </p:cxnSp>
      <p:cxnSp>
        <p:nvCxnSpPr>
          <p:cNvPr id="1329" name="Google Shape;1329;p134"/>
          <p:cNvCxnSpPr>
            <a:endCxn id="1326" idx="3"/>
          </p:cNvCxnSpPr>
          <p:nvPr/>
        </p:nvCxnSpPr>
        <p:spPr>
          <a:xfrm rot="5400000">
            <a:off x="5280976" y="2523285"/>
            <a:ext cx="633900" cy="578700"/>
          </a:xfrm>
          <a:prstGeom prst="curvedConnector2">
            <a:avLst/>
          </a:prstGeom>
          <a:noFill/>
          <a:ln cap="flat" cmpd="sng" w="22250">
            <a:solidFill>
              <a:srgbClr val="CDE8FF"/>
            </a:solidFill>
            <a:prstDash val="dot"/>
            <a:round/>
            <a:headEnd len="med" w="med" type="stealth"/>
            <a:tailEnd len="med" w="med" type="none"/>
          </a:ln>
        </p:spPr>
      </p:cxnSp>
      <p:cxnSp>
        <p:nvCxnSpPr>
          <p:cNvPr id="1330" name="Google Shape;1330;p134"/>
          <p:cNvCxnSpPr/>
          <p:nvPr/>
        </p:nvCxnSpPr>
        <p:spPr>
          <a:xfrm flipH="1">
            <a:off x="3339625" y="0"/>
            <a:ext cx="6000" cy="514350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1" name="Google Shape;1331;p134"/>
          <p:cNvSpPr txBox="1"/>
          <p:nvPr/>
        </p:nvSpPr>
        <p:spPr>
          <a:xfrm>
            <a:off x="263550" y="903345"/>
            <a:ext cx="2653500" cy="15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2FAFF"/>
                </a:solidFill>
                <a:latin typeface="Inter Tight"/>
                <a:ea typeface="Inter Tight"/>
                <a:cs typeface="Inter Tight"/>
                <a:sym typeface="Inter Tight"/>
              </a:rPr>
              <a:t>A model calling tools in a loop until it completes a task </a:t>
            </a:r>
            <a:endParaRPr sz="2200">
              <a:solidFill>
                <a:srgbClr val="F2FAFF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2FAFF"/>
                </a:solidFill>
                <a:latin typeface="Inter Tight"/>
                <a:ea typeface="Inter Tight"/>
                <a:cs typeface="Inter Tight"/>
                <a:sym typeface="Inter Tight"/>
              </a:rPr>
              <a:t>and returns a result.</a:t>
            </a:r>
            <a:endParaRPr sz="2200">
              <a:solidFill>
                <a:srgbClr val="F2FAFF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p135"/>
          <p:cNvSpPr/>
          <p:nvPr/>
        </p:nvSpPr>
        <p:spPr>
          <a:xfrm>
            <a:off x="5437839" y="1009013"/>
            <a:ext cx="1886100" cy="489000"/>
          </a:xfrm>
          <a:prstGeom prst="roundRect">
            <a:avLst>
              <a:gd fmla="val 16667" name="adj"/>
            </a:avLst>
          </a:prstGeom>
          <a:solidFill>
            <a:srgbClr val="0D1322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5">
                <a:latin typeface="IBM Plex Mono"/>
                <a:ea typeface="IBM Plex Mono"/>
                <a:cs typeface="IBM Plex Mono"/>
                <a:sym typeface="IBM Plex Mono"/>
              </a:rPr>
              <a:t>input</a:t>
            </a:r>
            <a:endParaRPr sz="1635"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337" name="Google Shape;1337;p135"/>
          <p:cNvSpPr/>
          <p:nvPr/>
        </p:nvSpPr>
        <p:spPr>
          <a:xfrm>
            <a:off x="5657488" y="2006136"/>
            <a:ext cx="1446900" cy="489000"/>
          </a:xfrm>
          <a:prstGeom prst="roundRect">
            <a:avLst>
              <a:gd fmla="val 16667" name="adj"/>
            </a:avLst>
          </a:prstGeom>
          <a:solidFill>
            <a:srgbClr val="895270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5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model</a:t>
            </a:r>
            <a:endParaRPr sz="1635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338" name="Google Shape;1338;p135"/>
          <p:cNvSpPr/>
          <p:nvPr/>
        </p:nvSpPr>
        <p:spPr>
          <a:xfrm>
            <a:off x="4180576" y="2885085"/>
            <a:ext cx="1128000" cy="489000"/>
          </a:xfrm>
          <a:prstGeom prst="roundRect">
            <a:avLst>
              <a:gd fmla="val 16667" name="adj"/>
            </a:avLst>
          </a:prstGeom>
          <a:solidFill>
            <a:srgbClr val="95CDF8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5">
                <a:latin typeface="IBM Plex Mono"/>
                <a:ea typeface="IBM Plex Mono"/>
                <a:cs typeface="IBM Plex Mono"/>
                <a:sym typeface="IBM Plex Mono"/>
              </a:rPr>
              <a:t>tool</a:t>
            </a:r>
            <a:endParaRPr sz="1635"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1339" name="Google Shape;1339;p135"/>
          <p:cNvCxnSpPr>
            <a:stCxn id="1336" idx="2"/>
            <a:endCxn id="1337" idx="0"/>
          </p:cNvCxnSpPr>
          <p:nvPr/>
        </p:nvCxnSpPr>
        <p:spPr>
          <a:xfrm>
            <a:off x="6380889" y="1498013"/>
            <a:ext cx="0" cy="508200"/>
          </a:xfrm>
          <a:prstGeom prst="straightConnector1">
            <a:avLst/>
          </a:prstGeom>
          <a:noFill/>
          <a:ln cap="flat" cmpd="sng" w="22250">
            <a:solidFill>
              <a:srgbClr val="0D13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40" name="Google Shape;1340;p135"/>
          <p:cNvCxnSpPr>
            <a:stCxn id="1337" idx="1"/>
          </p:cNvCxnSpPr>
          <p:nvPr/>
        </p:nvCxnSpPr>
        <p:spPr>
          <a:xfrm flipH="1">
            <a:off x="5018788" y="2250636"/>
            <a:ext cx="638700" cy="664500"/>
          </a:xfrm>
          <a:prstGeom prst="curvedConnector2">
            <a:avLst/>
          </a:prstGeom>
          <a:noFill/>
          <a:ln cap="flat" cmpd="sng" w="22250">
            <a:solidFill>
              <a:srgbClr val="CDE8FF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341" name="Google Shape;1341;p135"/>
          <p:cNvCxnSpPr>
            <a:endCxn id="1338" idx="3"/>
          </p:cNvCxnSpPr>
          <p:nvPr/>
        </p:nvCxnSpPr>
        <p:spPr>
          <a:xfrm rot="5400000">
            <a:off x="5280976" y="2523285"/>
            <a:ext cx="633900" cy="578700"/>
          </a:xfrm>
          <a:prstGeom prst="curvedConnector2">
            <a:avLst/>
          </a:prstGeom>
          <a:noFill/>
          <a:ln cap="flat" cmpd="sng" w="22250">
            <a:solidFill>
              <a:srgbClr val="CDE8FF"/>
            </a:solidFill>
            <a:prstDash val="dash"/>
            <a:round/>
            <a:headEnd len="med" w="med" type="stealth"/>
            <a:tailEnd len="med" w="med" type="none"/>
          </a:ln>
        </p:spPr>
      </p:cxnSp>
      <p:cxnSp>
        <p:nvCxnSpPr>
          <p:cNvPr id="1342" name="Google Shape;1342;p135"/>
          <p:cNvCxnSpPr/>
          <p:nvPr/>
        </p:nvCxnSpPr>
        <p:spPr>
          <a:xfrm flipH="1">
            <a:off x="3339625" y="0"/>
            <a:ext cx="6000" cy="514350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3" name="Google Shape;1343;p135"/>
          <p:cNvSpPr txBox="1"/>
          <p:nvPr/>
        </p:nvSpPr>
        <p:spPr>
          <a:xfrm>
            <a:off x="263550" y="903345"/>
            <a:ext cx="2653500" cy="15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2FAFF"/>
                </a:solidFill>
                <a:latin typeface="Inter Tight"/>
                <a:ea typeface="Inter Tight"/>
                <a:cs typeface="Inter Tight"/>
                <a:sym typeface="Inter Tight"/>
              </a:rPr>
              <a:t>A model calling tools in a loop until it completes a task </a:t>
            </a:r>
            <a:endParaRPr sz="2200">
              <a:solidFill>
                <a:srgbClr val="F2FAFF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2FAFF"/>
                </a:solidFill>
                <a:latin typeface="Inter Tight"/>
                <a:ea typeface="Inter Tight"/>
                <a:cs typeface="Inter Tight"/>
                <a:sym typeface="Inter Tight"/>
              </a:rPr>
              <a:t>and returns a result.</a:t>
            </a:r>
            <a:endParaRPr sz="2200">
              <a:solidFill>
                <a:srgbClr val="F2FAFF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7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p136"/>
          <p:cNvSpPr/>
          <p:nvPr/>
        </p:nvSpPr>
        <p:spPr>
          <a:xfrm>
            <a:off x="5437839" y="1009013"/>
            <a:ext cx="1886100" cy="489000"/>
          </a:xfrm>
          <a:prstGeom prst="roundRect">
            <a:avLst>
              <a:gd fmla="val 16667" name="adj"/>
            </a:avLst>
          </a:prstGeom>
          <a:solidFill>
            <a:srgbClr val="0D1322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5">
                <a:latin typeface="IBM Plex Mono"/>
                <a:ea typeface="IBM Plex Mono"/>
                <a:cs typeface="IBM Plex Mono"/>
                <a:sym typeface="IBM Plex Mono"/>
              </a:rPr>
              <a:t>input</a:t>
            </a:r>
            <a:endParaRPr sz="1635"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349" name="Google Shape;1349;p136"/>
          <p:cNvSpPr/>
          <p:nvPr/>
        </p:nvSpPr>
        <p:spPr>
          <a:xfrm>
            <a:off x="5657488" y="2006136"/>
            <a:ext cx="1446900" cy="489000"/>
          </a:xfrm>
          <a:prstGeom prst="roundRect">
            <a:avLst>
              <a:gd fmla="val 16667" name="adj"/>
            </a:avLst>
          </a:prstGeom>
          <a:solidFill>
            <a:srgbClr val="895270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5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model</a:t>
            </a:r>
            <a:endParaRPr sz="1635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350" name="Google Shape;1350;p136"/>
          <p:cNvSpPr/>
          <p:nvPr/>
        </p:nvSpPr>
        <p:spPr>
          <a:xfrm>
            <a:off x="4180576" y="2885085"/>
            <a:ext cx="1128000" cy="489000"/>
          </a:xfrm>
          <a:prstGeom prst="roundRect">
            <a:avLst>
              <a:gd fmla="val 16667" name="adj"/>
            </a:avLst>
          </a:prstGeom>
          <a:solidFill>
            <a:srgbClr val="95CDF8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5">
                <a:latin typeface="IBM Plex Mono"/>
                <a:ea typeface="IBM Plex Mono"/>
                <a:cs typeface="IBM Plex Mono"/>
                <a:sym typeface="IBM Plex Mono"/>
              </a:rPr>
              <a:t>tool</a:t>
            </a:r>
            <a:endParaRPr sz="1635"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1351" name="Google Shape;1351;p136"/>
          <p:cNvCxnSpPr>
            <a:stCxn id="1348" idx="2"/>
            <a:endCxn id="1349" idx="0"/>
          </p:cNvCxnSpPr>
          <p:nvPr/>
        </p:nvCxnSpPr>
        <p:spPr>
          <a:xfrm>
            <a:off x="6380889" y="1498013"/>
            <a:ext cx="0" cy="508200"/>
          </a:xfrm>
          <a:prstGeom prst="straightConnector1">
            <a:avLst/>
          </a:prstGeom>
          <a:noFill/>
          <a:ln cap="flat" cmpd="sng" w="22250">
            <a:solidFill>
              <a:srgbClr val="0D13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2" name="Google Shape;1352;p136"/>
          <p:cNvCxnSpPr>
            <a:stCxn id="1349" idx="1"/>
          </p:cNvCxnSpPr>
          <p:nvPr/>
        </p:nvCxnSpPr>
        <p:spPr>
          <a:xfrm flipH="1">
            <a:off x="5018788" y="2250636"/>
            <a:ext cx="638700" cy="664500"/>
          </a:xfrm>
          <a:prstGeom prst="curvedConnector2">
            <a:avLst/>
          </a:prstGeom>
          <a:noFill/>
          <a:ln cap="flat" cmpd="sng" w="22250">
            <a:solidFill>
              <a:srgbClr val="CDE8FF"/>
            </a:solidFill>
            <a:prstDash val="dot"/>
            <a:round/>
            <a:headEnd len="med" w="med" type="none"/>
            <a:tailEnd len="med" w="med" type="stealth"/>
          </a:ln>
        </p:spPr>
      </p:cxnSp>
      <p:cxnSp>
        <p:nvCxnSpPr>
          <p:cNvPr id="1353" name="Google Shape;1353;p136"/>
          <p:cNvCxnSpPr>
            <a:endCxn id="1350" idx="3"/>
          </p:cNvCxnSpPr>
          <p:nvPr/>
        </p:nvCxnSpPr>
        <p:spPr>
          <a:xfrm rot="5400000">
            <a:off x="5280976" y="2523285"/>
            <a:ext cx="633900" cy="578700"/>
          </a:xfrm>
          <a:prstGeom prst="curvedConnector2">
            <a:avLst/>
          </a:prstGeom>
          <a:noFill/>
          <a:ln cap="flat" cmpd="sng" w="22250">
            <a:solidFill>
              <a:srgbClr val="CDE8FF"/>
            </a:solidFill>
            <a:prstDash val="dot"/>
            <a:round/>
            <a:headEnd len="med" w="med" type="stealth"/>
            <a:tailEnd len="med" w="med" type="none"/>
          </a:ln>
        </p:spPr>
      </p:cxnSp>
      <p:cxnSp>
        <p:nvCxnSpPr>
          <p:cNvPr id="1354" name="Google Shape;1354;p136"/>
          <p:cNvCxnSpPr/>
          <p:nvPr/>
        </p:nvCxnSpPr>
        <p:spPr>
          <a:xfrm flipH="1">
            <a:off x="3339625" y="0"/>
            <a:ext cx="6000" cy="514350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5" name="Google Shape;1355;p136"/>
          <p:cNvSpPr txBox="1"/>
          <p:nvPr/>
        </p:nvSpPr>
        <p:spPr>
          <a:xfrm>
            <a:off x="263550" y="903345"/>
            <a:ext cx="2653500" cy="15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2FAFF"/>
                </a:solidFill>
                <a:latin typeface="Inter Tight"/>
                <a:ea typeface="Inter Tight"/>
                <a:cs typeface="Inter Tight"/>
                <a:sym typeface="Inter Tight"/>
              </a:rPr>
              <a:t>A model calling tools in a loop until it completes a task </a:t>
            </a:r>
            <a:endParaRPr sz="2200">
              <a:solidFill>
                <a:srgbClr val="F2FAFF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2FAFF"/>
                </a:solidFill>
                <a:latin typeface="Inter Tight"/>
                <a:ea typeface="Inter Tight"/>
                <a:cs typeface="Inter Tight"/>
                <a:sym typeface="Inter Tight"/>
              </a:rPr>
              <a:t>and returns a result.</a:t>
            </a:r>
            <a:endParaRPr sz="2200">
              <a:solidFill>
                <a:srgbClr val="F2FAFF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9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Google Shape;1360;p137"/>
          <p:cNvSpPr/>
          <p:nvPr/>
        </p:nvSpPr>
        <p:spPr>
          <a:xfrm>
            <a:off x="5437839" y="1009013"/>
            <a:ext cx="1886100" cy="489000"/>
          </a:xfrm>
          <a:prstGeom prst="roundRect">
            <a:avLst>
              <a:gd fmla="val 16667" name="adj"/>
            </a:avLst>
          </a:prstGeom>
          <a:solidFill>
            <a:srgbClr val="0D1322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5">
                <a:latin typeface="IBM Plex Mono"/>
                <a:ea typeface="IBM Plex Mono"/>
                <a:cs typeface="IBM Plex Mono"/>
                <a:sym typeface="IBM Plex Mono"/>
              </a:rPr>
              <a:t>input</a:t>
            </a:r>
            <a:endParaRPr sz="1635"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361" name="Google Shape;1361;p137"/>
          <p:cNvSpPr/>
          <p:nvPr/>
        </p:nvSpPr>
        <p:spPr>
          <a:xfrm>
            <a:off x="5657488" y="2006136"/>
            <a:ext cx="1446900" cy="489000"/>
          </a:xfrm>
          <a:prstGeom prst="roundRect">
            <a:avLst>
              <a:gd fmla="val 16667" name="adj"/>
            </a:avLst>
          </a:prstGeom>
          <a:solidFill>
            <a:srgbClr val="895270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5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model</a:t>
            </a:r>
            <a:endParaRPr sz="1635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362" name="Google Shape;1362;p137"/>
          <p:cNvSpPr/>
          <p:nvPr/>
        </p:nvSpPr>
        <p:spPr>
          <a:xfrm>
            <a:off x="4180576" y="2885085"/>
            <a:ext cx="1128000" cy="489000"/>
          </a:xfrm>
          <a:prstGeom prst="roundRect">
            <a:avLst>
              <a:gd fmla="val 16667" name="adj"/>
            </a:avLst>
          </a:prstGeom>
          <a:solidFill>
            <a:srgbClr val="95CDF8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5">
                <a:latin typeface="IBM Plex Mono"/>
                <a:ea typeface="IBM Plex Mono"/>
                <a:cs typeface="IBM Plex Mono"/>
                <a:sym typeface="IBM Plex Mono"/>
              </a:rPr>
              <a:t>tool</a:t>
            </a:r>
            <a:endParaRPr sz="1635"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1363" name="Google Shape;1363;p137"/>
          <p:cNvCxnSpPr>
            <a:stCxn id="1360" idx="2"/>
            <a:endCxn id="1361" idx="0"/>
          </p:cNvCxnSpPr>
          <p:nvPr/>
        </p:nvCxnSpPr>
        <p:spPr>
          <a:xfrm>
            <a:off x="6380889" y="1498013"/>
            <a:ext cx="0" cy="508200"/>
          </a:xfrm>
          <a:prstGeom prst="straightConnector1">
            <a:avLst/>
          </a:prstGeom>
          <a:noFill/>
          <a:ln cap="flat" cmpd="sng" w="22250">
            <a:solidFill>
              <a:srgbClr val="0D13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64" name="Google Shape;1364;p137"/>
          <p:cNvCxnSpPr>
            <a:stCxn id="1361" idx="1"/>
          </p:cNvCxnSpPr>
          <p:nvPr/>
        </p:nvCxnSpPr>
        <p:spPr>
          <a:xfrm flipH="1">
            <a:off x="5018788" y="2250636"/>
            <a:ext cx="638700" cy="664500"/>
          </a:xfrm>
          <a:prstGeom prst="curvedConnector2">
            <a:avLst/>
          </a:prstGeom>
          <a:noFill/>
          <a:ln cap="flat" cmpd="sng" w="22250">
            <a:solidFill>
              <a:srgbClr val="CDE8FF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365" name="Google Shape;1365;p137"/>
          <p:cNvCxnSpPr>
            <a:endCxn id="1362" idx="3"/>
          </p:cNvCxnSpPr>
          <p:nvPr/>
        </p:nvCxnSpPr>
        <p:spPr>
          <a:xfrm rot="5400000">
            <a:off x="5280976" y="2523285"/>
            <a:ext cx="633900" cy="578700"/>
          </a:xfrm>
          <a:prstGeom prst="curvedConnector2">
            <a:avLst/>
          </a:prstGeom>
          <a:noFill/>
          <a:ln cap="flat" cmpd="sng" w="22250">
            <a:solidFill>
              <a:srgbClr val="CDE8FF"/>
            </a:solidFill>
            <a:prstDash val="dash"/>
            <a:round/>
            <a:headEnd len="med" w="med" type="stealth"/>
            <a:tailEnd len="med" w="med" type="none"/>
          </a:ln>
        </p:spPr>
      </p:cxnSp>
      <p:cxnSp>
        <p:nvCxnSpPr>
          <p:cNvPr id="1366" name="Google Shape;1366;p137"/>
          <p:cNvCxnSpPr/>
          <p:nvPr/>
        </p:nvCxnSpPr>
        <p:spPr>
          <a:xfrm flipH="1">
            <a:off x="3339625" y="0"/>
            <a:ext cx="6000" cy="514350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7" name="Google Shape;1367;p137"/>
          <p:cNvSpPr txBox="1"/>
          <p:nvPr/>
        </p:nvSpPr>
        <p:spPr>
          <a:xfrm>
            <a:off x="263550" y="903345"/>
            <a:ext cx="2653500" cy="15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2FAFF"/>
                </a:solidFill>
                <a:latin typeface="Inter Tight"/>
                <a:ea typeface="Inter Tight"/>
                <a:cs typeface="Inter Tight"/>
                <a:sym typeface="Inter Tight"/>
              </a:rPr>
              <a:t>A model calling tools in a loop until it completes a task </a:t>
            </a:r>
            <a:endParaRPr sz="2200">
              <a:solidFill>
                <a:srgbClr val="F2FAFF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2FAFF"/>
                </a:solidFill>
                <a:latin typeface="Inter Tight"/>
                <a:ea typeface="Inter Tight"/>
                <a:cs typeface="Inter Tight"/>
                <a:sym typeface="Inter Tight"/>
              </a:rPr>
              <a:t>and returns a result.</a:t>
            </a:r>
            <a:endParaRPr sz="2200">
              <a:solidFill>
                <a:srgbClr val="F2FAFF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p138"/>
          <p:cNvSpPr/>
          <p:nvPr/>
        </p:nvSpPr>
        <p:spPr>
          <a:xfrm>
            <a:off x="5437839" y="1009013"/>
            <a:ext cx="1886100" cy="489000"/>
          </a:xfrm>
          <a:prstGeom prst="roundRect">
            <a:avLst>
              <a:gd fmla="val 16667" name="adj"/>
            </a:avLst>
          </a:prstGeom>
          <a:solidFill>
            <a:srgbClr val="0D1322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5">
                <a:latin typeface="IBM Plex Mono"/>
                <a:ea typeface="IBM Plex Mono"/>
                <a:cs typeface="IBM Plex Mono"/>
                <a:sym typeface="IBM Plex Mono"/>
              </a:rPr>
              <a:t>input</a:t>
            </a:r>
            <a:endParaRPr sz="1635"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373" name="Google Shape;1373;p138"/>
          <p:cNvSpPr/>
          <p:nvPr/>
        </p:nvSpPr>
        <p:spPr>
          <a:xfrm>
            <a:off x="5657488" y="2006136"/>
            <a:ext cx="1446900" cy="489000"/>
          </a:xfrm>
          <a:prstGeom prst="roundRect">
            <a:avLst>
              <a:gd fmla="val 16667" name="adj"/>
            </a:avLst>
          </a:prstGeom>
          <a:solidFill>
            <a:srgbClr val="895270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5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model</a:t>
            </a:r>
            <a:endParaRPr sz="1635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374" name="Google Shape;1374;p138"/>
          <p:cNvSpPr/>
          <p:nvPr/>
        </p:nvSpPr>
        <p:spPr>
          <a:xfrm>
            <a:off x="4180576" y="2885085"/>
            <a:ext cx="1128000" cy="489000"/>
          </a:xfrm>
          <a:prstGeom prst="roundRect">
            <a:avLst>
              <a:gd fmla="val 16667" name="adj"/>
            </a:avLst>
          </a:prstGeom>
          <a:solidFill>
            <a:srgbClr val="0D1322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5">
                <a:latin typeface="IBM Plex Mono"/>
                <a:ea typeface="IBM Plex Mono"/>
                <a:cs typeface="IBM Plex Mono"/>
                <a:sym typeface="IBM Plex Mono"/>
              </a:rPr>
              <a:t>tool</a:t>
            </a:r>
            <a:endParaRPr sz="1635"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375" name="Google Shape;1375;p138"/>
          <p:cNvSpPr/>
          <p:nvPr/>
        </p:nvSpPr>
        <p:spPr>
          <a:xfrm>
            <a:off x="6640423" y="3468949"/>
            <a:ext cx="1886100" cy="489000"/>
          </a:xfrm>
          <a:prstGeom prst="roundRect">
            <a:avLst>
              <a:gd fmla="val 16667" name="adj"/>
            </a:avLst>
          </a:prstGeom>
          <a:solidFill>
            <a:srgbClr val="C5E0F6"/>
          </a:solidFill>
          <a:ln cap="flat" cmpd="sng" w="111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5">
                <a:latin typeface="IBM Plex Mono"/>
                <a:ea typeface="IBM Plex Mono"/>
                <a:cs typeface="IBM Plex Mono"/>
                <a:sym typeface="IBM Plex Mono"/>
              </a:rPr>
              <a:t>output</a:t>
            </a:r>
            <a:endParaRPr sz="1635"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1376" name="Google Shape;1376;p138"/>
          <p:cNvCxnSpPr>
            <a:endCxn id="1375" idx="0"/>
          </p:cNvCxnSpPr>
          <p:nvPr/>
        </p:nvCxnSpPr>
        <p:spPr>
          <a:xfrm>
            <a:off x="6765073" y="2495749"/>
            <a:ext cx="818400" cy="973200"/>
          </a:xfrm>
          <a:prstGeom prst="straightConnector1">
            <a:avLst/>
          </a:prstGeom>
          <a:noFill/>
          <a:ln cap="flat" cmpd="sng" w="22250">
            <a:solidFill>
              <a:srgbClr val="C5E0F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77" name="Google Shape;1377;p138"/>
          <p:cNvCxnSpPr>
            <a:stCxn id="1372" idx="2"/>
            <a:endCxn id="1373" idx="0"/>
          </p:cNvCxnSpPr>
          <p:nvPr/>
        </p:nvCxnSpPr>
        <p:spPr>
          <a:xfrm>
            <a:off x="6380889" y="1498013"/>
            <a:ext cx="0" cy="508200"/>
          </a:xfrm>
          <a:prstGeom prst="straightConnector1">
            <a:avLst/>
          </a:prstGeom>
          <a:noFill/>
          <a:ln cap="flat" cmpd="sng" w="22250">
            <a:solidFill>
              <a:srgbClr val="0D13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78" name="Google Shape;1378;p138"/>
          <p:cNvCxnSpPr>
            <a:stCxn id="1373" idx="1"/>
          </p:cNvCxnSpPr>
          <p:nvPr/>
        </p:nvCxnSpPr>
        <p:spPr>
          <a:xfrm flipH="1">
            <a:off x="5018788" y="2250636"/>
            <a:ext cx="638700" cy="664500"/>
          </a:xfrm>
          <a:prstGeom prst="curvedConnector2">
            <a:avLst/>
          </a:prstGeom>
          <a:noFill/>
          <a:ln cap="flat" cmpd="sng" w="22250">
            <a:solidFill>
              <a:srgbClr val="0D132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379" name="Google Shape;1379;p138"/>
          <p:cNvCxnSpPr>
            <a:endCxn id="1374" idx="3"/>
          </p:cNvCxnSpPr>
          <p:nvPr/>
        </p:nvCxnSpPr>
        <p:spPr>
          <a:xfrm rot="5400000">
            <a:off x="5280976" y="2523285"/>
            <a:ext cx="633900" cy="578700"/>
          </a:xfrm>
          <a:prstGeom prst="curvedConnector2">
            <a:avLst/>
          </a:prstGeom>
          <a:noFill/>
          <a:ln cap="flat" cmpd="sng" w="22250">
            <a:solidFill>
              <a:srgbClr val="0D1322"/>
            </a:solidFill>
            <a:prstDash val="dash"/>
            <a:round/>
            <a:headEnd len="med" w="med" type="stealth"/>
            <a:tailEnd len="med" w="med" type="none"/>
          </a:ln>
        </p:spPr>
      </p:cxnSp>
      <p:cxnSp>
        <p:nvCxnSpPr>
          <p:cNvPr id="1380" name="Google Shape;1380;p138"/>
          <p:cNvCxnSpPr/>
          <p:nvPr/>
        </p:nvCxnSpPr>
        <p:spPr>
          <a:xfrm flipH="1">
            <a:off x="3339625" y="0"/>
            <a:ext cx="6000" cy="514350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1" name="Google Shape;1381;p138"/>
          <p:cNvSpPr txBox="1"/>
          <p:nvPr/>
        </p:nvSpPr>
        <p:spPr>
          <a:xfrm>
            <a:off x="263550" y="903345"/>
            <a:ext cx="2653500" cy="15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2FAFF"/>
                </a:solidFill>
                <a:latin typeface="Inter Tight"/>
                <a:ea typeface="Inter Tight"/>
                <a:cs typeface="Inter Tight"/>
                <a:sym typeface="Inter Tight"/>
              </a:rPr>
              <a:t>A model calling tools in a loop until it completes a task </a:t>
            </a:r>
            <a:endParaRPr sz="2200">
              <a:solidFill>
                <a:srgbClr val="F2FAFF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2FAFF"/>
                </a:solidFill>
                <a:latin typeface="Inter Tight"/>
                <a:ea typeface="Inter Tight"/>
                <a:cs typeface="Inter Tight"/>
                <a:sym typeface="Inter Tight"/>
              </a:rPr>
              <a:t>and returns a result.</a:t>
            </a:r>
            <a:endParaRPr sz="2200">
              <a:solidFill>
                <a:srgbClr val="F2FAFF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5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p139"/>
          <p:cNvSpPr/>
          <p:nvPr/>
        </p:nvSpPr>
        <p:spPr>
          <a:xfrm>
            <a:off x="5437839" y="1009013"/>
            <a:ext cx="1886100" cy="489000"/>
          </a:xfrm>
          <a:prstGeom prst="roundRect">
            <a:avLst>
              <a:gd fmla="val 16667" name="adj"/>
            </a:avLst>
          </a:prstGeom>
          <a:solidFill>
            <a:srgbClr val="7CC3F9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5">
                <a:latin typeface="IBM Plex Mono"/>
                <a:ea typeface="IBM Plex Mono"/>
                <a:cs typeface="IBM Plex Mono"/>
                <a:sym typeface="IBM Plex Mono"/>
              </a:rPr>
              <a:t>input</a:t>
            </a:r>
            <a:endParaRPr sz="1635"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387" name="Google Shape;1387;p139"/>
          <p:cNvSpPr/>
          <p:nvPr/>
        </p:nvSpPr>
        <p:spPr>
          <a:xfrm>
            <a:off x="5657488" y="2006136"/>
            <a:ext cx="1446900" cy="489000"/>
          </a:xfrm>
          <a:prstGeom prst="roundRect">
            <a:avLst>
              <a:gd fmla="val 16667" name="adj"/>
            </a:avLst>
          </a:prstGeom>
          <a:solidFill>
            <a:srgbClr val="895270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5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model</a:t>
            </a:r>
            <a:endParaRPr sz="1635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388" name="Google Shape;1388;p139"/>
          <p:cNvSpPr/>
          <p:nvPr/>
        </p:nvSpPr>
        <p:spPr>
          <a:xfrm>
            <a:off x="4180576" y="2885085"/>
            <a:ext cx="1128000" cy="489000"/>
          </a:xfrm>
          <a:prstGeom prst="roundRect">
            <a:avLst>
              <a:gd fmla="val 16667" name="adj"/>
            </a:avLst>
          </a:prstGeom>
          <a:solidFill>
            <a:srgbClr val="95CDF8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5">
                <a:latin typeface="IBM Plex Mono"/>
                <a:ea typeface="IBM Plex Mono"/>
                <a:cs typeface="IBM Plex Mono"/>
                <a:sym typeface="IBM Plex Mono"/>
              </a:rPr>
              <a:t>tool</a:t>
            </a:r>
            <a:endParaRPr sz="1635"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389" name="Google Shape;1389;p139"/>
          <p:cNvSpPr/>
          <p:nvPr/>
        </p:nvSpPr>
        <p:spPr>
          <a:xfrm>
            <a:off x="6640423" y="3468949"/>
            <a:ext cx="1886100" cy="489000"/>
          </a:xfrm>
          <a:prstGeom prst="roundRect">
            <a:avLst>
              <a:gd fmla="val 16667" name="adj"/>
            </a:avLst>
          </a:prstGeom>
          <a:solidFill>
            <a:srgbClr val="C5E0F6"/>
          </a:solidFill>
          <a:ln cap="flat" cmpd="sng" w="111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5">
                <a:latin typeface="IBM Plex Mono"/>
                <a:ea typeface="IBM Plex Mono"/>
                <a:cs typeface="IBM Plex Mono"/>
                <a:sym typeface="IBM Plex Mono"/>
              </a:rPr>
              <a:t>output</a:t>
            </a:r>
            <a:endParaRPr sz="1635"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1390" name="Google Shape;1390;p139"/>
          <p:cNvCxnSpPr>
            <a:endCxn id="1389" idx="0"/>
          </p:cNvCxnSpPr>
          <p:nvPr/>
        </p:nvCxnSpPr>
        <p:spPr>
          <a:xfrm>
            <a:off x="6765073" y="2495749"/>
            <a:ext cx="818400" cy="973200"/>
          </a:xfrm>
          <a:prstGeom prst="straightConnector1">
            <a:avLst/>
          </a:prstGeom>
          <a:noFill/>
          <a:ln cap="flat" cmpd="sng" w="222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91" name="Google Shape;1391;p139"/>
          <p:cNvCxnSpPr>
            <a:stCxn id="1386" idx="2"/>
            <a:endCxn id="1387" idx="0"/>
          </p:cNvCxnSpPr>
          <p:nvPr/>
        </p:nvCxnSpPr>
        <p:spPr>
          <a:xfrm>
            <a:off x="6380889" y="1498013"/>
            <a:ext cx="0" cy="508200"/>
          </a:xfrm>
          <a:prstGeom prst="straightConnector1">
            <a:avLst/>
          </a:prstGeom>
          <a:noFill/>
          <a:ln cap="flat" cmpd="sng" w="222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92" name="Google Shape;1392;p139"/>
          <p:cNvCxnSpPr>
            <a:stCxn id="1387" idx="1"/>
          </p:cNvCxnSpPr>
          <p:nvPr/>
        </p:nvCxnSpPr>
        <p:spPr>
          <a:xfrm flipH="1">
            <a:off x="5018788" y="2250636"/>
            <a:ext cx="638700" cy="664500"/>
          </a:xfrm>
          <a:prstGeom prst="curvedConnector2">
            <a:avLst/>
          </a:prstGeom>
          <a:noFill/>
          <a:ln cap="flat" cmpd="sng" w="22250">
            <a:solidFill>
              <a:schemeClr val="dk1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393" name="Google Shape;1393;p139"/>
          <p:cNvCxnSpPr>
            <a:endCxn id="1388" idx="3"/>
          </p:cNvCxnSpPr>
          <p:nvPr/>
        </p:nvCxnSpPr>
        <p:spPr>
          <a:xfrm rot="5400000">
            <a:off x="5280976" y="2523285"/>
            <a:ext cx="633900" cy="578700"/>
          </a:xfrm>
          <a:prstGeom prst="curvedConnector2">
            <a:avLst/>
          </a:prstGeom>
          <a:noFill/>
          <a:ln cap="flat" cmpd="sng" w="22250">
            <a:solidFill>
              <a:schemeClr val="dk1"/>
            </a:solidFill>
            <a:prstDash val="dash"/>
            <a:round/>
            <a:headEnd len="med" w="med" type="stealth"/>
            <a:tailEnd len="med" w="med" type="none"/>
          </a:ln>
        </p:spPr>
      </p:cxnSp>
      <p:cxnSp>
        <p:nvCxnSpPr>
          <p:cNvPr id="1394" name="Google Shape;1394;p139"/>
          <p:cNvCxnSpPr/>
          <p:nvPr/>
        </p:nvCxnSpPr>
        <p:spPr>
          <a:xfrm flipH="1">
            <a:off x="3339625" y="0"/>
            <a:ext cx="6000" cy="514350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95" name="Google Shape;1395;p139"/>
          <p:cNvSpPr txBox="1"/>
          <p:nvPr/>
        </p:nvSpPr>
        <p:spPr>
          <a:xfrm>
            <a:off x="263550" y="903345"/>
            <a:ext cx="2653500" cy="15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2FAFF"/>
                </a:solidFill>
                <a:latin typeface="Inter Tight"/>
                <a:ea typeface="Inter Tight"/>
                <a:cs typeface="Inter Tight"/>
                <a:sym typeface="Inter Tight"/>
              </a:rPr>
              <a:t>A model calling tools in a loop until it completes a task </a:t>
            </a:r>
            <a:endParaRPr sz="2200">
              <a:solidFill>
                <a:srgbClr val="F2FAFF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2FAFF"/>
                </a:solidFill>
                <a:latin typeface="Inter Tight"/>
                <a:ea typeface="Inter Tight"/>
                <a:cs typeface="Inter Tight"/>
                <a:sym typeface="Inter Tight"/>
              </a:rPr>
              <a:t>and returns a result.</a:t>
            </a:r>
            <a:endParaRPr sz="2200">
              <a:solidFill>
                <a:srgbClr val="F2FAFF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9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Google Shape;1400;p140"/>
          <p:cNvSpPr/>
          <p:nvPr/>
        </p:nvSpPr>
        <p:spPr>
          <a:xfrm>
            <a:off x="5437839" y="1009013"/>
            <a:ext cx="1886100" cy="489000"/>
          </a:xfrm>
          <a:prstGeom prst="roundRect">
            <a:avLst>
              <a:gd fmla="val 16667" name="adj"/>
            </a:avLst>
          </a:prstGeom>
          <a:solidFill>
            <a:srgbClr val="0D1322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5">
                <a:latin typeface="IBM Plex Mono"/>
                <a:ea typeface="IBM Plex Mono"/>
                <a:cs typeface="IBM Plex Mono"/>
                <a:sym typeface="IBM Plex Mono"/>
              </a:rPr>
              <a:t>input</a:t>
            </a:r>
            <a:endParaRPr sz="1635"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01" name="Google Shape;1401;p140"/>
          <p:cNvSpPr/>
          <p:nvPr/>
        </p:nvSpPr>
        <p:spPr>
          <a:xfrm>
            <a:off x="5657488" y="2006136"/>
            <a:ext cx="1446900" cy="489000"/>
          </a:xfrm>
          <a:prstGeom prst="roundRect">
            <a:avLst>
              <a:gd fmla="val 16667" name="adj"/>
            </a:avLst>
          </a:prstGeom>
          <a:solidFill>
            <a:srgbClr val="0D1322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5">
                <a:latin typeface="IBM Plex Mono"/>
                <a:ea typeface="IBM Plex Mono"/>
                <a:cs typeface="IBM Plex Mono"/>
                <a:sym typeface="IBM Plex Mono"/>
              </a:rPr>
              <a:t>model</a:t>
            </a:r>
            <a:endParaRPr sz="1635"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02" name="Google Shape;1402;p140"/>
          <p:cNvSpPr/>
          <p:nvPr/>
        </p:nvSpPr>
        <p:spPr>
          <a:xfrm>
            <a:off x="6640423" y="3468949"/>
            <a:ext cx="1886100" cy="489000"/>
          </a:xfrm>
          <a:prstGeom prst="roundRect">
            <a:avLst>
              <a:gd fmla="val 16667" name="adj"/>
            </a:avLst>
          </a:prstGeom>
          <a:solidFill>
            <a:srgbClr val="0D1322"/>
          </a:solidFill>
          <a:ln cap="flat" cmpd="sng" w="11125">
            <a:solidFill>
              <a:srgbClr val="0D13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5">
                <a:latin typeface="IBM Plex Mono"/>
                <a:ea typeface="IBM Plex Mono"/>
                <a:cs typeface="IBM Plex Mono"/>
                <a:sym typeface="IBM Plex Mono"/>
              </a:rPr>
              <a:t>output</a:t>
            </a:r>
            <a:endParaRPr sz="1635"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1403" name="Google Shape;1403;p140"/>
          <p:cNvCxnSpPr>
            <a:endCxn id="1402" idx="0"/>
          </p:cNvCxnSpPr>
          <p:nvPr/>
        </p:nvCxnSpPr>
        <p:spPr>
          <a:xfrm>
            <a:off x="6765073" y="2495749"/>
            <a:ext cx="818400" cy="973200"/>
          </a:xfrm>
          <a:prstGeom prst="straightConnector1">
            <a:avLst/>
          </a:prstGeom>
          <a:noFill/>
          <a:ln cap="flat" cmpd="sng" w="22250">
            <a:solidFill>
              <a:srgbClr val="0D13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04" name="Google Shape;1404;p140"/>
          <p:cNvCxnSpPr>
            <a:stCxn id="1400" idx="2"/>
            <a:endCxn id="1401" idx="0"/>
          </p:cNvCxnSpPr>
          <p:nvPr/>
        </p:nvCxnSpPr>
        <p:spPr>
          <a:xfrm>
            <a:off x="6380889" y="1498013"/>
            <a:ext cx="0" cy="508200"/>
          </a:xfrm>
          <a:prstGeom prst="straightConnector1">
            <a:avLst/>
          </a:prstGeom>
          <a:noFill/>
          <a:ln cap="flat" cmpd="sng" w="22250">
            <a:solidFill>
              <a:srgbClr val="0D13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05" name="Google Shape;1405;p140"/>
          <p:cNvCxnSpPr>
            <a:stCxn id="1401" idx="1"/>
          </p:cNvCxnSpPr>
          <p:nvPr/>
        </p:nvCxnSpPr>
        <p:spPr>
          <a:xfrm flipH="1">
            <a:off x="5018788" y="2250636"/>
            <a:ext cx="638700" cy="664500"/>
          </a:xfrm>
          <a:prstGeom prst="curvedConnector2">
            <a:avLst/>
          </a:prstGeom>
          <a:noFill/>
          <a:ln cap="flat" cmpd="sng" w="22250">
            <a:solidFill>
              <a:srgbClr val="0D132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406" name="Google Shape;1406;p140"/>
          <p:cNvCxnSpPr>
            <a:endCxn id="1407" idx="3"/>
          </p:cNvCxnSpPr>
          <p:nvPr/>
        </p:nvCxnSpPr>
        <p:spPr>
          <a:xfrm rot="5400000">
            <a:off x="5280976" y="2523285"/>
            <a:ext cx="633900" cy="578700"/>
          </a:xfrm>
          <a:prstGeom prst="curvedConnector2">
            <a:avLst/>
          </a:prstGeom>
          <a:noFill/>
          <a:ln cap="flat" cmpd="sng" w="22250">
            <a:solidFill>
              <a:srgbClr val="0D1322"/>
            </a:solidFill>
            <a:prstDash val="dash"/>
            <a:round/>
            <a:headEnd len="med" w="med" type="stealth"/>
            <a:tailEnd len="med" w="med" type="none"/>
          </a:ln>
        </p:spPr>
      </p:cxnSp>
      <p:cxnSp>
        <p:nvCxnSpPr>
          <p:cNvPr id="1408" name="Google Shape;1408;p140"/>
          <p:cNvCxnSpPr/>
          <p:nvPr/>
        </p:nvCxnSpPr>
        <p:spPr>
          <a:xfrm flipH="1">
            <a:off x="3339625" y="0"/>
            <a:ext cx="6000" cy="514350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9" name="Google Shape;1409;p140"/>
          <p:cNvSpPr txBox="1"/>
          <p:nvPr/>
        </p:nvSpPr>
        <p:spPr>
          <a:xfrm>
            <a:off x="263550" y="903345"/>
            <a:ext cx="2653500" cy="15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2FAFF"/>
                </a:solidFill>
                <a:latin typeface="Inter Tight"/>
                <a:ea typeface="Inter Tight"/>
                <a:cs typeface="Inter Tight"/>
                <a:sym typeface="Inter Tight"/>
              </a:rPr>
              <a:t>A model calling tools in a loop until it completes a task </a:t>
            </a:r>
            <a:endParaRPr sz="2200">
              <a:solidFill>
                <a:srgbClr val="F2FAFF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2FAFF"/>
                </a:solidFill>
                <a:latin typeface="Inter Tight"/>
                <a:ea typeface="Inter Tight"/>
                <a:cs typeface="Inter Tight"/>
                <a:sym typeface="Inter Tight"/>
              </a:rPr>
              <a:t>and returns a result.</a:t>
            </a:r>
            <a:endParaRPr sz="2200">
              <a:solidFill>
                <a:srgbClr val="F2FAFF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407" name="Google Shape;1407;p140"/>
          <p:cNvSpPr/>
          <p:nvPr/>
        </p:nvSpPr>
        <p:spPr>
          <a:xfrm>
            <a:off x="4180576" y="2885085"/>
            <a:ext cx="1128000" cy="489000"/>
          </a:xfrm>
          <a:prstGeom prst="roundRect">
            <a:avLst>
              <a:gd fmla="val 16667" name="adj"/>
            </a:avLst>
          </a:prstGeom>
          <a:solidFill>
            <a:srgbClr val="95CDF8"/>
          </a:solidFill>
          <a:ln cap="flat" cmpd="sng" w="111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5">
                <a:latin typeface="IBM Plex Mono"/>
                <a:ea typeface="IBM Plex Mono"/>
                <a:cs typeface="IBM Plex Mono"/>
                <a:sym typeface="IBM Plex Mono"/>
              </a:rPr>
              <a:t>tool</a:t>
            </a:r>
            <a:endParaRPr sz="1635"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10" name="Google Shape;1410;p140"/>
          <p:cNvSpPr txBox="1"/>
          <p:nvPr/>
        </p:nvSpPr>
        <p:spPr>
          <a:xfrm>
            <a:off x="3778275" y="3468950"/>
            <a:ext cx="2109000" cy="3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95CDF8"/>
                </a:solidFill>
                <a:latin typeface="IBM Plex Mono"/>
                <a:ea typeface="IBM Plex Mono"/>
                <a:cs typeface="IBM Plex Mono"/>
                <a:sym typeface="IBM Plex Mono"/>
              </a:rPr>
              <a:t>(part of the harness)</a:t>
            </a:r>
            <a:endParaRPr b="0" i="0" sz="1200" u="none" cap="none" strike="noStrike">
              <a:solidFill>
                <a:srgbClr val="95CDF8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4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p141"/>
          <p:cNvSpPr txBox="1"/>
          <p:nvPr>
            <p:ph idx="4294967295" type="body"/>
          </p:nvPr>
        </p:nvSpPr>
        <p:spPr>
          <a:xfrm>
            <a:off x="2524800" y="1512863"/>
            <a:ext cx="4094400" cy="74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4000">
                <a:solidFill>
                  <a:srgbClr val="CCE9FF"/>
                </a:solidFill>
                <a:latin typeface="Inter Tight"/>
                <a:ea typeface="Inter Tight"/>
                <a:cs typeface="Inter Tight"/>
                <a:sym typeface="Inter Tight"/>
              </a:rPr>
              <a:t>What is an agent?</a:t>
            </a:r>
            <a:endParaRPr sz="4000">
              <a:solidFill>
                <a:srgbClr val="CCE9FF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416" name="Google Shape;1416;p141"/>
          <p:cNvSpPr txBox="1"/>
          <p:nvPr/>
        </p:nvSpPr>
        <p:spPr>
          <a:xfrm>
            <a:off x="1640713" y="2773988"/>
            <a:ext cx="1342200" cy="6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" sz="2900" u="none" cap="none" strike="noStrike">
                <a:solidFill>
                  <a:srgbClr val="FBFBFB"/>
                </a:solidFill>
                <a:latin typeface="IBM Plex Mono"/>
                <a:ea typeface="IBM Plex Mono"/>
                <a:cs typeface="IBM Plex Mono"/>
                <a:sym typeface="IBM Plex Mono"/>
              </a:rPr>
              <a:t>Agent</a:t>
            </a:r>
            <a:endParaRPr b="0" i="0" sz="2900" u="none" cap="none" strike="noStrike">
              <a:solidFill>
                <a:srgbClr val="FBFBFB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17" name="Google Shape;1417;p141"/>
          <p:cNvSpPr txBox="1"/>
          <p:nvPr/>
        </p:nvSpPr>
        <p:spPr>
          <a:xfrm>
            <a:off x="3075663" y="2773988"/>
            <a:ext cx="492600" cy="6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" sz="2900" u="none" cap="none" strike="noStrike">
                <a:solidFill>
                  <a:srgbClr val="FBFBFB"/>
                </a:solidFill>
                <a:latin typeface="IBM Plex Mono"/>
                <a:ea typeface="IBM Plex Mono"/>
                <a:cs typeface="IBM Plex Mono"/>
                <a:sym typeface="IBM Plex Mono"/>
              </a:rPr>
              <a:t>=</a:t>
            </a:r>
            <a:endParaRPr b="0" i="0" sz="2900" u="none" cap="none" strike="noStrike">
              <a:solidFill>
                <a:srgbClr val="FBFBFB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18" name="Google Shape;1418;p141"/>
          <p:cNvSpPr txBox="1"/>
          <p:nvPr/>
        </p:nvSpPr>
        <p:spPr>
          <a:xfrm>
            <a:off x="3743088" y="2773988"/>
            <a:ext cx="1342200" cy="6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" sz="2900" u="none" cap="none" strike="noStrike">
                <a:solidFill>
                  <a:srgbClr val="FBFBFB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Model</a:t>
            </a:r>
            <a:endParaRPr b="0" i="0" sz="2900" u="none" cap="none" strike="noStrike">
              <a:solidFill>
                <a:srgbClr val="FBFBFB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19" name="Google Shape;1419;p141"/>
          <p:cNvSpPr txBox="1"/>
          <p:nvPr/>
        </p:nvSpPr>
        <p:spPr>
          <a:xfrm>
            <a:off x="5219088" y="2773988"/>
            <a:ext cx="492600" cy="6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" sz="2900" u="none" cap="none" strike="noStrike">
                <a:solidFill>
                  <a:srgbClr val="FBFBFB"/>
                </a:solidFill>
                <a:latin typeface="IBM Plex Mono"/>
                <a:ea typeface="IBM Plex Mono"/>
                <a:cs typeface="IBM Plex Mono"/>
                <a:sym typeface="IBM Plex Mono"/>
              </a:rPr>
              <a:t>+</a:t>
            </a:r>
            <a:endParaRPr b="0" i="0" sz="2900" u="none" cap="none" strike="noStrike">
              <a:solidFill>
                <a:srgbClr val="FBFBFB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20" name="Google Shape;1420;p141"/>
          <p:cNvSpPr txBox="1"/>
          <p:nvPr/>
        </p:nvSpPr>
        <p:spPr>
          <a:xfrm>
            <a:off x="5845474" y="2774000"/>
            <a:ext cx="1770600" cy="6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" sz="2900" u="none" cap="none" strike="noStrike">
                <a:solidFill>
                  <a:srgbClr val="FBFBFB"/>
                </a:solidFill>
                <a:latin typeface="IBM Plex Mono"/>
                <a:ea typeface="IBM Plex Mono"/>
                <a:cs typeface="IBM Plex Mono"/>
                <a:sym typeface="IBM Plex Mono"/>
              </a:rPr>
              <a:t>Harness</a:t>
            </a:r>
            <a:endParaRPr b="0" i="0" sz="2900" u="none" cap="none" strike="noStrike">
              <a:solidFill>
                <a:srgbClr val="FBFBFB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"/>
                                        <p:tgtEl>
                                          <p:spTgt spid="1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"/>
                                        <p:tgtEl>
                                          <p:spTgt spid="1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"/>
                                        <p:tgtEl>
                                          <p:spTgt spid="1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4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142"/>
          <p:cNvSpPr/>
          <p:nvPr/>
        </p:nvSpPr>
        <p:spPr>
          <a:xfrm>
            <a:off x="1620900" y="2299600"/>
            <a:ext cx="5902200" cy="2320200"/>
          </a:xfrm>
          <a:prstGeom prst="ellipse">
            <a:avLst/>
          </a:prstGeom>
          <a:noFill/>
          <a:ln cap="flat" cmpd="sng" w="9525">
            <a:solidFill>
              <a:srgbClr val="313A4E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61F34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426" name="Google Shape;1426;p142"/>
          <p:cNvSpPr/>
          <p:nvPr/>
        </p:nvSpPr>
        <p:spPr>
          <a:xfrm>
            <a:off x="2647925" y="2051025"/>
            <a:ext cx="779100" cy="779100"/>
          </a:xfrm>
          <a:prstGeom prst="ellipse">
            <a:avLst/>
          </a:prstGeom>
          <a:solidFill>
            <a:srgbClr val="030710"/>
          </a:solidFill>
          <a:ln cap="flat" cmpd="sng" w="9525">
            <a:solidFill>
              <a:srgbClr val="161F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61F34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427" name="Google Shape;1427;p142"/>
          <p:cNvSpPr txBox="1"/>
          <p:nvPr>
            <p:ph idx="4294967295" type="title"/>
          </p:nvPr>
        </p:nvSpPr>
        <p:spPr>
          <a:xfrm>
            <a:off x="2556580" y="2295231"/>
            <a:ext cx="961800" cy="290700"/>
          </a:xfrm>
          <a:prstGeom prst="rect">
            <a:avLst/>
          </a:prstGeom>
        </p:spPr>
        <p:txBody>
          <a:bodyPr anchorCtr="0" anchor="t" bIns="68625" lIns="68625" spcFirstLastPara="1" rIns="68625" wrap="square" tIns="68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743"/>
              <a:buNone/>
            </a:pPr>
            <a:r>
              <a:rPr lang="en" sz="1186">
                <a:solidFill>
                  <a:srgbClr val="161F34"/>
                </a:solidFill>
              </a:rPr>
              <a:t>Skills</a:t>
            </a:r>
            <a:endParaRPr sz="1186">
              <a:solidFill>
                <a:srgbClr val="161F34"/>
              </a:solidFill>
            </a:endParaRPr>
          </a:p>
        </p:txBody>
      </p:sp>
      <p:sp>
        <p:nvSpPr>
          <p:cNvPr id="1428" name="Google Shape;1428;p142"/>
          <p:cNvSpPr/>
          <p:nvPr/>
        </p:nvSpPr>
        <p:spPr>
          <a:xfrm>
            <a:off x="5716975" y="2051025"/>
            <a:ext cx="779100" cy="779100"/>
          </a:xfrm>
          <a:prstGeom prst="ellipse">
            <a:avLst/>
          </a:prstGeom>
          <a:solidFill>
            <a:srgbClr val="030710"/>
          </a:solidFill>
          <a:ln cap="flat" cmpd="sng" w="9525">
            <a:solidFill>
              <a:srgbClr val="161F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61F34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429" name="Google Shape;1429;p142"/>
          <p:cNvSpPr txBox="1"/>
          <p:nvPr>
            <p:ph idx="4294967295" type="title"/>
          </p:nvPr>
        </p:nvSpPr>
        <p:spPr>
          <a:xfrm>
            <a:off x="5625630" y="2295231"/>
            <a:ext cx="961800" cy="290700"/>
          </a:xfrm>
          <a:prstGeom prst="rect">
            <a:avLst/>
          </a:prstGeom>
        </p:spPr>
        <p:txBody>
          <a:bodyPr anchorCtr="0" anchor="t" bIns="68625" lIns="68625" spcFirstLastPara="1" rIns="68625" wrap="square" tIns="68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743"/>
              <a:buNone/>
            </a:pPr>
            <a:r>
              <a:rPr lang="en" sz="1186">
                <a:solidFill>
                  <a:srgbClr val="161F34"/>
                </a:solidFill>
              </a:rPr>
              <a:t>Tools</a:t>
            </a:r>
            <a:endParaRPr sz="1186">
              <a:solidFill>
                <a:srgbClr val="161F34"/>
              </a:solidFill>
            </a:endParaRPr>
          </a:p>
        </p:txBody>
      </p:sp>
      <p:sp>
        <p:nvSpPr>
          <p:cNvPr id="1430" name="Google Shape;1430;p142"/>
          <p:cNvSpPr/>
          <p:nvPr/>
        </p:nvSpPr>
        <p:spPr>
          <a:xfrm>
            <a:off x="1102750" y="2743600"/>
            <a:ext cx="1119600" cy="1119600"/>
          </a:xfrm>
          <a:prstGeom prst="ellipse">
            <a:avLst/>
          </a:prstGeom>
          <a:solidFill>
            <a:srgbClr val="030710"/>
          </a:solidFill>
          <a:ln cap="flat" cmpd="sng" w="9525">
            <a:solidFill>
              <a:srgbClr val="161F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61F34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431" name="Google Shape;1431;p142"/>
          <p:cNvSpPr txBox="1"/>
          <p:nvPr>
            <p:ph idx="4294967295" type="title"/>
          </p:nvPr>
        </p:nvSpPr>
        <p:spPr>
          <a:xfrm>
            <a:off x="1181655" y="3158056"/>
            <a:ext cx="961800" cy="290700"/>
          </a:xfrm>
          <a:prstGeom prst="rect">
            <a:avLst/>
          </a:prstGeom>
        </p:spPr>
        <p:txBody>
          <a:bodyPr anchorCtr="0" anchor="t" bIns="68625" lIns="68625" spcFirstLastPara="1" rIns="68625" wrap="square" tIns="68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743"/>
              <a:buNone/>
            </a:pPr>
            <a:r>
              <a:rPr lang="en" sz="1186">
                <a:solidFill>
                  <a:srgbClr val="161F34"/>
                </a:solidFill>
              </a:rPr>
              <a:t>Memory</a:t>
            </a:r>
            <a:endParaRPr sz="1186">
              <a:solidFill>
                <a:srgbClr val="161F34"/>
              </a:solidFill>
            </a:endParaRPr>
          </a:p>
        </p:txBody>
      </p:sp>
      <p:sp>
        <p:nvSpPr>
          <p:cNvPr id="1432" name="Google Shape;1432;p142"/>
          <p:cNvSpPr/>
          <p:nvPr/>
        </p:nvSpPr>
        <p:spPr>
          <a:xfrm>
            <a:off x="6877700" y="2743600"/>
            <a:ext cx="1119600" cy="1119600"/>
          </a:xfrm>
          <a:prstGeom prst="ellipse">
            <a:avLst/>
          </a:prstGeom>
          <a:solidFill>
            <a:srgbClr val="030710"/>
          </a:solidFill>
          <a:ln cap="flat" cmpd="sng" w="9525">
            <a:solidFill>
              <a:srgbClr val="161F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61F34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433" name="Google Shape;1433;p142"/>
          <p:cNvSpPr txBox="1"/>
          <p:nvPr>
            <p:ph idx="4294967295" type="title"/>
          </p:nvPr>
        </p:nvSpPr>
        <p:spPr>
          <a:xfrm>
            <a:off x="6956605" y="3158056"/>
            <a:ext cx="961800" cy="290700"/>
          </a:xfrm>
          <a:prstGeom prst="rect">
            <a:avLst/>
          </a:prstGeom>
        </p:spPr>
        <p:txBody>
          <a:bodyPr anchorCtr="0" anchor="t" bIns="68625" lIns="68625" spcFirstLastPara="1" rIns="68625" wrap="square" tIns="68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743"/>
              <a:buNone/>
            </a:pPr>
            <a:r>
              <a:rPr lang="en" sz="1186">
                <a:solidFill>
                  <a:srgbClr val="161F34"/>
                </a:solidFill>
              </a:rPr>
              <a:t>Context</a:t>
            </a:r>
            <a:endParaRPr sz="1186">
              <a:solidFill>
                <a:srgbClr val="161F34"/>
              </a:solidFill>
            </a:endParaRPr>
          </a:p>
        </p:txBody>
      </p:sp>
      <p:sp>
        <p:nvSpPr>
          <p:cNvPr id="1434" name="Google Shape;1434;p142"/>
          <p:cNvSpPr/>
          <p:nvPr/>
        </p:nvSpPr>
        <p:spPr>
          <a:xfrm>
            <a:off x="2604875" y="3813413"/>
            <a:ext cx="865200" cy="865200"/>
          </a:xfrm>
          <a:prstGeom prst="ellipse">
            <a:avLst/>
          </a:prstGeom>
          <a:solidFill>
            <a:srgbClr val="030710"/>
          </a:solidFill>
          <a:ln cap="flat" cmpd="sng" w="10575">
            <a:solidFill>
              <a:srgbClr val="161F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25" lIns="101525" spcFirstLastPara="1" rIns="101525" wrap="square" tIns="101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5">
              <a:solidFill>
                <a:srgbClr val="161F34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435" name="Google Shape;1435;p142"/>
          <p:cNvSpPr txBox="1"/>
          <p:nvPr>
            <p:ph idx="4294967295" type="title"/>
          </p:nvPr>
        </p:nvSpPr>
        <p:spPr>
          <a:xfrm>
            <a:off x="2556575" y="4003771"/>
            <a:ext cx="961800" cy="484500"/>
          </a:xfrm>
          <a:prstGeom prst="rect">
            <a:avLst/>
          </a:prstGeom>
        </p:spPr>
        <p:txBody>
          <a:bodyPr anchorCtr="0" anchor="t" bIns="68625" lIns="68625" spcFirstLastPara="1" rIns="68625" wrap="square" tIns="68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743"/>
              <a:buNone/>
            </a:pPr>
            <a:r>
              <a:rPr lang="en" sz="1186">
                <a:solidFill>
                  <a:srgbClr val="161F34"/>
                </a:solidFill>
              </a:rPr>
              <a:t>System Prompt</a:t>
            </a:r>
            <a:endParaRPr sz="1186">
              <a:solidFill>
                <a:srgbClr val="161F34"/>
              </a:solidFill>
            </a:endParaRPr>
          </a:p>
        </p:txBody>
      </p:sp>
      <p:sp>
        <p:nvSpPr>
          <p:cNvPr id="1436" name="Google Shape;1436;p142"/>
          <p:cNvSpPr/>
          <p:nvPr/>
        </p:nvSpPr>
        <p:spPr>
          <a:xfrm>
            <a:off x="5673913" y="3813413"/>
            <a:ext cx="865200" cy="865200"/>
          </a:xfrm>
          <a:prstGeom prst="ellipse">
            <a:avLst/>
          </a:prstGeom>
          <a:solidFill>
            <a:srgbClr val="030710"/>
          </a:solidFill>
          <a:ln cap="flat" cmpd="sng" w="10575">
            <a:solidFill>
              <a:srgbClr val="161F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25" lIns="101525" spcFirstLastPara="1" rIns="101525" wrap="square" tIns="101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5">
              <a:solidFill>
                <a:srgbClr val="161F34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437" name="Google Shape;1437;p142"/>
          <p:cNvSpPr txBox="1"/>
          <p:nvPr>
            <p:ph idx="4294967295" type="title"/>
          </p:nvPr>
        </p:nvSpPr>
        <p:spPr>
          <a:xfrm>
            <a:off x="5625630" y="4100681"/>
            <a:ext cx="961800" cy="290700"/>
          </a:xfrm>
          <a:prstGeom prst="rect">
            <a:avLst/>
          </a:prstGeom>
        </p:spPr>
        <p:txBody>
          <a:bodyPr anchorCtr="0" anchor="t" bIns="68625" lIns="68625" spcFirstLastPara="1" rIns="68625" wrap="square" tIns="68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743"/>
              <a:buNone/>
            </a:pPr>
            <a:r>
              <a:rPr lang="en" sz="1186">
                <a:solidFill>
                  <a:srgbClr val="161F34"/>
                </a:solidFill>
              </a:rPr>
              <a:t>Subagents</a:t>
            </a:r>
            <a:endParaRPr sz="1186">
              <a:solidFill>
                <a:srgbClr val="161F34"/>
              </a:solidFill>
            </a:endParaRPr>
          </a:p>
        </p:txBody>
      </p:sp>
      <p:sp>
        <p:nvSpPr>
          <p:cNvPr id="1438" name="Google Shape;1438;p142"/>
          <p:cNvSpPr txBox="1"/>
          <p:nvPr/>
        </p:nvSpPr>
        <p:spPr>
          <a:xfrm>
            <a:off x="402650" y="309175"/>
            <a:ext cx="2962800" cy="4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76100" lIns="76100" spcFirstLastPara="1" rIns="76100" wrap="square" tIns="76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Agent = model + harness</a:t>
            </a:r>
            <a:endParaRPr sz="1498">
              <a:solidFill>
                <a:srgbClr val="7FC8FF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1439" name="Google Shape;1439;p142" title="Group 214723958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8650" y="1526575"/>
            <a:ext cx="1526700" cy="1520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3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p143"/>
          <p:cNvSpPr/>
          <p:nvPr/>
        </p:nvSpPr>
        <p:spPr>
          <a:xfrm>
            <a:off x="1620900" y="2299600"/>
            <a:ext cx="5902200" cy="2320200"/>
          </a:xfrm>
          <a:prstGeom prst="ellipse">
            <a:avLst/>
          </a:prstGeom>
          <a:noFill/>
          <a:ln cap="flat" cmpd="sng" w="9525">
            <a:solidFill>
              <a:srgbClr val="313A4E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61F34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445" name="Google Shape;1445;p143"/>
          <p:cNvSpPr/>
          <p:nvPr/>
        </p:nvSpPr>
        <p:spPr>
          <a:xfrm>
            <a:off x="2647925" y="2051025"/>
            <a:ext cx="779100" cy="779100"/>
          </a:xfrm>
          <a:prstGeom prst="ellipse">
            <a:avLst/>
          </a:prstGeom>
          <a:solidFill>
            <a:srgbClr val="030710"/>
          </a:solidFill>
          <a:ln cap="flat" cmpd="sng" w="9525">
            <a:solidFill>
              <a:srgbClr val="161F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61F34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446" name="Google Shape;1446;p143"/>
          <p:cNvSpPr txBox="1"/>
          <p:nvPr>
            <p:ph idx="4294967295" type="title"/>
          </p:nvPr>
        </p:nvSpPr>
        <p:spPr>
          <a:xfrm>
            <a:off x="2556580" y="2295231"/>
            <a:ext cx="961800" cy="290700"/>
          </a:xfrm>
          <a:prstGeom prst="rect">
            <a:avLst/>
          </a:prstGeom>
        </p:spPr>
        <p:txBody>
          <a:bodyPr anchorCtr="0" anchor="t" bIns="68625" lIns="68625" spcFirstLastPara="1" rIns="68625" wrap="square" tIns="68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743"/>
              <a:buNone/>
            </a:pPr>
            <a:r>
              <a:rPr lang="en" sz="1186">
                <a:solidFill>
                  <a:srgbClr val="161F34"/>
                </a:solidFill>
              </a:rPr>
              <a:t>Skills</a:t>
            </a:r>
            <a:endParaRPr sz="1186">
              <a:solidFill>
                <a:srgbClr val="161F34"/>
              </a:solidFill>
            </a:endParaRPr>
          </a:p>
        </p:txBody>
      </p:sp>
      <p:sp>
        <p:nvSpPr>
          <p:cNvPr id="1447" name="Google Shape;1447;p143"/>
          <p:cNvSpPr/>
          <p:nvPr/>
        </p:nvSpPr>
        <p:spPr>
          <a:xfrm>
            <a:off x="5716975" y="2051025"/>
            <a:ext cx="779100" cy="779100"/>
          </a:xfrm>
          <a:prstGeom prst="ellipse">
            <a:avLst/>
          </a:prstGeom>
          <a:solidFill>
            <a:srgbClr val="030710"/>
          </a:solidFill>
          <a:ln cap="flat" cmpd="sng" w="9525">
            <a:solidFill>
              <a:srgbClr val="161F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61F34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448" name="Google Shape;1448;p143"/>
          <p:cNvSpPr txBox="1"/>
          <p:nvPr>
            <p:ph idx="4294967295" type="title"/>
          </p:nvPr>
        </p:nvSpPr>
        <p:spPr>
          <a:xfrm>
            <a:off x="5625630" y="2295231"/>
            <a:ext cx="961800" cy="290700"/>
          </a:xfrm>
          <a:prstGeom prst="rect">
            <a:avLst/>
          </a:prstGeom>
        </p:spPr>
        <p:txBody>
          <a:bodyPr anchorCtr="0" anchor="t" bIns="68625" lIns="68625" spcFirstLastPara="1" rIns="68625" wrap="square" tIns="68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743"/>
              <a:buNone/>
            </a:pPr>
            <a:r>
              <a:rPr lang="en" sz="1186">
                <a:solidFill>
                  <a:srgbClr val="161F34"/>
                </a:solidFill>
              </a:rPr>
              <a:t>Tools</a:t>
            </a:r>
            <a:endParaRPr sz="1186">
              <a:solidFill>
                <a:srgbClr val="161F34"/>
              </a:solidFill>
            </a:endParaRPr>
          </a:p>
        </p:txBody>
      </p:sp>
      <p:sp>
        <p:nvSpPr>
          <p:cNvPr id="1449" name="Google Shape;1449;p143"/>
          <p:cNvSpPr/>
          <p:nvPr/>
        </p:nvSpPr>
        <p:spPr>
          <a:xfrm>
            <a:off x="1102750" y="2743600"/>
            <a:ext cx="1119600" cy="1119600"/>
          </a:xfrm>
          <a:prstGeom prst="ellipse">
            <a:avLst/>
          </a:prstGeom>
          <a:solidFill>
            <a:srgbClr val="030710"/>
          </a:solidFill>
          <a:ln cap="flat" cmpd="sng" w="9525">
            <a:solidFill>
              <a:srgbClr val="161F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61F34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450" name="Google Shape;1450;p143"/>
          <p:cNvSpPr txBox="1"/>
          <p:nvPr>
            <p:ph idx="4294967295" type="title"/>
          </p:nvPr>
        </p:nvSpPr>
        <p:spPr>
          <a:xfrm>
            <a:off x="1181655" y="3158056"/>
            <a:ext cx="961800" cy="290700"/>
          </a:xfrm>
          <a:prstGeom prst="rect">
            <a:avLst/>
          </a:prstGeom>
        </p:spPr>
        <p:txBody>
          <a:bodyPr anchorCtr="0" anchor="t" bIns="68625" lIns="68625" spcFirstLastPara="1" rIns="68625" wrap="square" tIns="68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743"/>
              <a:buNone/>
            </a:pPr>
            <a:r>
              <a:rPr lang="en" sz="1186">
                <a:solidFill>
                  <a:srgbClr val="161F34"/>
                </a:solidFill>
              </a:rPr>
              <a:t>Memory</a:t>
            </a:r>
            <a:endParaRPr sz="1186">
              <a:solidFill>
                <a:srgbClr val="161F34"/>
              </a:solidFill>
            </a:endParaRPr>
          </a:p>
        </p:txBody>
      </p:sp>
      <p:sp>
        <p:nvSpPr>
          <p:cNvPr id="1451" name="Google Shape;1451;p143"/>
          <p:cNvSpPr/>
          <p:nvPr/>
        </p:nvSpPr>
        <p:spPr>
          <a:xfrm>
            <a:off x="6877700" y="2743600"/>
            <a:ext cx="1119600" cy="1119600"/>
          </a:xfrm>
          <a:prstGeom prst="ellipse">
            <a:avLst/>
          </a:prstGeom>
          <a:solidFill>
            <a:srgbClr val="030710"/>
          </a:solidFill>
          <a:ln cap="flat" cmpd="sng" w="9525">
            <a:solidFill>
              <a:srgbClr val="161F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61F34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452" name="Google Shape;1452;p143"/>
          <p:cNvSpPr txBox="1"/>
          <p:nvPr>
            <p:ph idx="4294967295" type="title"/>
          </p:nvPr>
        </p:nvSpPr>
        <p:spPr>
          <a:xfrm>
            <a:off x="6956605" y="3158056"/>
            <a:ext cx="961800" cy="290700"/>
          </a:xfrm>
          <a:prstGeom prst="rect">
            <a:avLst/>
          </a:prstGeom>
        </p:spPr>
        <p:txBody>
          <a:bodyPr anchorCtr="0" anchor="t" bIns="68625" lIns="68625" spcFirstLastPara="1" rIns="68625" wrap="square" tIns="68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743"/>
              <a:buNone/>
            </a:pPr>
            <a:r>
              <a:rPr lang="en" sz="1186">
                <a:solidFill>
                  <a:srgbClr val="161F34"/>
                </a:solidFill>
              </a:rPr>
              <a:t>Context</a:t>
            </a:r>
            <a:endParaRPr sz="1186">
              <a:solidFill>
                <a:srgbClr val="161F34"/>
              </a:solidFill>
            </a:endParaRPr>
          </a:p>
        </p:txBody>
      </p:sp>
      <p:sp>
        <p:nvSpPr>
          <p:cNvPr id="1453" name="Google Shape;1453;p143"/>
          <p:cNvSpPr/>
          <p:nvPr/>
        </p:nvSpPr>
        <p:spPr>
          <a:xfrm>
            <a:off x="2604875" y="3813413"/>
            <a:ext cx="865200" cy="865200"/>
          </a:xfrm>
          <a:prstGeom prst="ellipse">
            <a:avLst/>
          </a:prstGeom>
          <a:solidFill>
            <a:srgbClr val="030710"/>
          </a:solidFill>
          <a:ln cap="flat" cmpd="sng" w="10575">
            <a:solidFill>
              <a:srgbClr val="161F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25" lIns="101525" spcFirstLastPara="1" rIns="101525" wrap="square" tIns="101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5">
              <a:solidFill>
                <a:srgbClr val="161F34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454" name="Google Shape;1454;p143"/>
          <p:cNvSpPr txBox="1"/>
          <p:nvPr>
            <p:ph idx="4294967295" type="title"/>
          </p:nvPr>
        </p:nvSpPr>
        <p:spPr>
          <a:xfrm>
            <a:off x="2556575" y="4003771"/>
            <a:ext cx="961800" cy="484500"/>
          </a:xfrm>
          <a:prstGeom prst="rect">
            <a:avLst/>
          </a:prstGeom>
        </p:spPr>
        <p:txBody>
          <a:bodyPr anchorCtr="0" anchor="t" bIns="68625" lIns="68625" spcFirstLastPara="1" rIns="68625" wrap="square" tIns="68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743"/>
              <a:buNone/>
            </a:pPr>
            <a:r>
              <a:rPr lang="en" sz="1186">
                <a:solidFill>
                  <a:srgbClr val="161F34"/>
                </a:solidFill>
              </a:rPr>
              <a:t>System Prompt</a:t>
            </a:r>
            <a:endParaRPr sz="1186">
              <a:solidFill>
                <a:srgbClr val="161F34"/>
              </a:solidFill>
            </a:endParaRPr>
          </a:p>
        </p:txBody>
      </p:sp>
      <p:sp>
        <p:nvSpPr>
          <p:cNvPr id="1455" name="Google Shape;1455;p143"/>
          <p:cNvSpPr/>
          <p:nvPr/>
        </p:nvSpPr>
        <p:spPr>
          <a:xfrm>
            <a:off x="5673913" y="3813413"/>
            <a:ext cx="865200" cy="865200"/>
          </a:xfrm>
          <a:prstGeom prst="ellipse">
            <a:avLst/>
          </a:prstGeom>
          <a:solidFill>
            <a:srgbClr val="030710"/>
          </a:solidFill>
          <a:ln cap="flat" cmpd="sng" w="10575">
            <a:solidFill>
              <a:srgbClr val="161F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25" lIns="101525" spcFirstLastPara="1" rIns="101525" wrap="square" tIns="101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5">
              <a:solidFill>
                <a:srgbClr val="161F34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456" name="Google Shape;1456;p143"/>
          <p:cNvSpPr txBox="1"/>
          <p:nvPr>
            <p:ph idx="4294967295" type="title"/>
          </p:nvPr>
        </p:nvSpPr>
        <p:spPr>
          <a:xfrm>
            <a:off x="5625630" y="4100681"/>
            <a:ext cx="961800" cy="290700"/>
          </a:xfrm>
          <a:prstGeom prst="rect">
            <a:avLst/>
          </a:prstGeom>
        </p:spPr>
        <p:txBody>
          <a:bodyPr anchorCtr="0" anchor="t" bIns="68625" lIns="68625" spcFirstLastPara="1" rIns="68625" wrap="square" tIns="68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743"/>
              <a:buNone/>
            </a:pPr>
            <a:r>
              <a:rPr lang="en" sz="1186">
                <a:solidFill>
                  <a:srgbClr val="161F34"/>
                </a:solidFill>
              </a:rPr>
              <a:t>Subagents</a:t>
            </a:r>
            <a:endParaRPr sz="1186">
              <a:solidFill>
                <a:srgbClr val="161F34"/>
              </a:solidFill>
            </a:endParaRPr>
          </a:p>
        </p:txBody>
      </p:sp>
      <p:sp>
        <p:nvSpPr>
          <p:cNvPr id="1457" name="Google Shape;1457;p143"/>
          <p:cNvSpPr txBox="1"/>
          <p:nvPr/>
        </p:nvSpPr>
        <p:spPr>
          <a:xfrm>
            <a:off x="4254450" y="1091030"/>
            <a:ext cx="635100" cy="3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CCE9FF"/>
                </a:solidFill>
                <a:latin typeface="IBM Plex Mono"/>
                <a:ea typeface="IBM Plex Mono"/>
                <a:cs typeface="IBM Plex Mono"/>
                <a:sym typeface="IBM Plex Mono"/>
              </a:rPr>
              <a:t>LLM</a:t>
            </a:r>
            <a:endParaRPr b="1" sz="1800">
              <a:solidFill>
                <a:srgbClr val="CCE9FF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58" name="Google Shape;1458;p143"/>
          <p:cNvSpPr txBox="1"/>
          <p:nvPr/>
        </p:nvSpPr>
        <p:spPr>
          <a:xfrm>
            <a:off x="402650" y="309175"/>
            <a:ext cx="2962800" cy="4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76100" lIns="76100" spcFirstLastPara="1" rIns="76100" wrap="square" tIns="76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Agent = </a:t>
            </a:r>
            <a:r>
              <a:rPr lang="en" sz="2000">
                <a:solidFill>
                  <a:schemeClr val="lt1"/>
                </a:solidFill>
                <a:highlight>
                  <a:srgbClr val="C48CAB"/>
                </a:highlight>
                <a:latin typeface="Inter Tight"/>
                <a:ea typeface="Inter Tight"/>
                <a:cs typeface="Inter Tight"/>
                <a:sym typeface="Inter Tight"/>
              </a:rPr>
              <a:t>model</a:t>
            </a:r>
            <a:r>
              <a:rPr lang="en" sz="20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 + harness</a:t>
            </a:r>
            <a:endParaRPr sz="1498">
              <a:solidFill>
                <a:srgbClr val="7FC8FF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1459" name="Google Shape;1459;p143" title="Group 21472395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4278" y="1526601"/>
            <a:ext cx="1526700" cy="1520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3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p144"/>
          <p:cNvSpPr/>
          <p:nvPr/>
        </p:nvSpPr>
        <p:spPr>
          <a:xfrm>
            <a:off x="1620900" y="2299600"/>
            <a:ext cx="5902200" cy="2320200"/>
          </a:xfrm>
          <a:prstGeom prst="ellipse">
            <a:avLst/>
          </a:prstGeom>
          <a:noFill/>
          <a:ln cap="flat" cmpd="sng" w="9525">
            <a:solidFill>
              <a:srgbClr val="C5E0F6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465" name="Google Shape;1465;p144"/>
          <p:cNvSpPr/>
          <p:nvPr/>
        </p:nvSpPr>
        <p:spPr>
          <a:xfrm>
            <a:off x="2647925" y="2051025"/>
            <a:ext cx="779100" cy="779100"/>
          </a:xfrm>
          <a:prstGeom prst="ellipse">
            <a:avLst/>
          </a:prstGeom>
          <a:solidFill>
            <a:srgbClr val="0D1322"/>
          </a:solidFill>
          <a:ln cap="flat" cmpd="sng" w="9525">
            <a:solidFill>
              <a:srgbClr val="C5E0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5E0F6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466" name="Google Shape;1466;p144"/>
          <p:cNvSpPr txBox="1"/>
          <p:nvPr>
            <p:ph idx="4294967295" type="title"/>
          </p:nvPr>
        </p:nvSpPr>
        <p:spPr>
          <a:xfrm>
            <a:off x="2556580" y="2295231"/>
            <a:ext cx="961800" cy="290700"/>
          </a:xfrm>
          <a:prstGeom prst="rect">
            <a:avLst/>
          </a:prstGeom>
        </p:spPr>
        <p:txBody>
          <a:bodyPr anchorCtr="0" anchor="t" bIns="68625" lIns="68625" spcFirstLastPara="1" rIns="68625" wrap="square" tIns="68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743"/>
              <a:buNone/>
            </a:pPr>
            <a:r>
              <a:rPr lang="en" sz="1186">
                <a:solidFill>
                  <a:srgbClr val="C5E0F6"/>
                </a:solidFill>
              </a:rPr>
              <a:t>Skills</a:t>
            </a:r>
            <a:endParaRPr sz="1186">
              <a:solidFill>
                <a:srgbClr val="C5E0F6"/>
              </a:solidFill>
            </a:endParaRPr>
          </a:p>
        </p:txBody>
      </p:sp>
      <p:sp>
        <p:nvSpPr>
          <p:cNvPr id="1467" name="Google Shape;1467;p144"/>
          <p:cNvSpPr/>
          <p:nvPr/>
        </p:nvSpPr>
        <p:spPr>
          <a:xfrm>
            <a:off x="5716975" y="2051025"/>
            <a:ext cx="779100" cy="779100"/>
          </a:xfrm>
          <a:prstGeom prst="ellipse">
            <a:avLst/>
          </a:prstGeom>
          <a:solidFill>
            <a:srgbClr val="0D1322"/>
          </a:solidFill>
          <a:ln cap="flat" cmpd="sng" w="9525">
            <a:solidFill>
              <a:srgbClr val="C5E0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48CAB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468" name="Google Shape;1468;p144"/>
          <p:cNvSpPr txBox="1"/>
          <p:nvPr>
            <p:ph idx="4294967295" type="title"/>
          </p:nvPr>
        </p:nvSpPr>
        <p:spPr>
          <a:xfrm>
            <a:off x="5625630" y="2295231"/>
            <a:ext cx="961800" cy="290700"/>
          </a:xfrm>
          <a:prstGeom prst="rect">
            <a:avLst/>
          </a:prstGeom>
        </p:spPr>
        <p:txBody>
          <a:bodyPr anchorCtr="0" anchor="t" bIns="68625" lIns="68625" spcFirstLastPara="1" rIns="68625" wrap="square" tIns="68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743"/>
              <a:buNone/>
            </a:pPr>
            <a:r>
              <a:rPr lang="en" sz="1186">
                <a:solidFill>
                  <a:srgbClr val="C5E0F6"/>
                </a:solidFill>
              </a:rPr>
              <a:t>Tools</a:t>
            </a:r>
            <a:endParaRPr sz="1186">
              <a:solidFill>
                <a:srgbClr val="C5E0F6"/>
              </a:solidFill>
            </a:endParaRPr>
          </a:p>
        </p:txBody>
      </p:sp>
      <p:sp>
        <p:nvSpPr>
          <p:cNvPr id="1469" name="Google Shape;1469;p144"/>
          <p:cNvSpPr/>
          <p:nvPr/>
        </p:nvSpPr>
        <p:spPr>
          <a:xfrm>
            <a:off x="1102750" y="2743600"/>
            <a:ext cx="1119600" cy="1119600"/>
          </a:xfrm>
          <a:prstGeom prst="ellipse">
            <a:avLst/>
          </a:prstGeom>
          <a:solidFill>
            <a:srgbClr val="0D1322"/>
          </a:solidFill>
          <a:ln cap="flat" cmpd="sng" w="9525">
            <a:solidFill>
              <a:srgbClr val="C5E0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48CAB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470" name="Google Shape;1470;p144"/>
          <p:cNvSpPr txBox="1"/>
          <p:nvPr>
            <p:ph idx="4294967295" type="title"/>
          </p:nvPr>
        </p:nvSpPr>
        <p:spPr>
          <a:xfrm>
            <a:off x="1181655" y="3158056"/>
            <a:ext cx="961800" cy="290700"/>
          </a:xfrm>
          <a:prstGeom prst="rect">
            <a:avLst/>
          </a:prstGeom>
          <a:ln>
            <a:noFill/>
          </a:ln>
        </p:spPr>
        <p:txBody>
          <a:bodyPr anchorCtr="0" anchor="t" bIns="68625" lIns="68625" spcFirstLastPara="1" rIns="68625" wrap="square" tIns="68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743"/>
              <a:buNone/>
            </a:pPr>
            <a:r>
              <a:rPr lang="en" sz="1186">
                <a:solidFill>
                  <a:srgbClr val="C5E0F6"/>
                </a:solidFill>
              </a:rPr>
              <a:t>Memory</a:t>
            </a:r>
            <a:endParaRPr sz="1186">
              <a:solidFill>
                <a:srgbClr val="C5E0F6"/>
              </a:solidFill>
            </a:endParaRPr>
          </a:p>
        </p:txBody>
      </p:sp>
      <p:sp>
        <p:nvSpPr>
          <p:cNvPr id="1471" name="Google Shape;1471;p144"/>
          <p:cNvSpPr/>
          <p:nvPr/>
        </p:nvSpPr>
        <p:spPr>
          <a:xfrm>
            <a:off x="6877700" y="2743600"/>
            <a:ext cx="1119600" cy="1119600"/>
          </a:xfrm>
          <a:prstGeom prst="ellipse">
            <a:avLst/>
          </a:prstGeom>
          <a:solidFill>
            <a:srgbClr val="0D1322"/>
          </a:solidFill>
          <a:ln cap="flat" cmpd="sng" w="9525">
            <a:solidFill>
              <a:srgbClr val="C5E0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48CAB"/>
              </a:solidFill>
              <a:highlight>
                <a:srgbClr val="FFDE92"/>
              </a:highlight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472" name="Google Shape;1472;p144"/>
          <p:cNvSpPr txBox="1"/>
          <p:nvPr>
            <p:ph idx="4294967295" type="title"/>
          </p:nvPr>
        </p:nvSpPr>
        <p:spPr>
          <a:xfrm>
            <a:off x="6956605" y="3158056"/>
            <a:ext cx="961800" cy="290700"/>
          </a:xfrm>
          <a:prstGeom prst="rect">
            <a:avLst/>
          </a:prstGeom>
          <a:ln>
            <a:noFill/>
          </a:ln>
        </p:spPr>
        <p:txBody>
          <a:bodyPr anchorCtr="0" anchor="t" bIns="68625" lIns="68625" spcFirstLastPara="1" rIns="68625" wrap="square" tIns="68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743"/>
              <a:buNone/>
            </a:pPr>
            <a:r>
              <a:rPr lang="en" sz="1186">
                <a:solidFill>
                  <a:srgbClr val="C5E0F6"/>
                </a:solidFill>
              </a:rPr>
              <a:t>Context</a:t>
            </a:r>
            <a:endParaRPr sz="1186">
              <a:solidFill>
                <a:srgbClr val="C5E0F6"/>
              </a:solidFill>
            </a:endParaRPr>
          </a:p>
        </p:txBody>
      </p:sp>
      <p:sp>
        <p:nvSpPr>
          <p:cNvPr id="1473" name="Google Shape;1473;p144"/>
          <p:cNvSpPr/>
          <p:nvPr/>
        </p:nvSpPr>
        <p:spPr>
          <a:xfrm>
            <a:off x="2604875" y="3813413"/>
            <a:ext cx="865200" cy="865200"/>
          </a:xfrm>
          <a:prstGeom prst="ellipse">
            <a:avLst/>
          </a:prstGeom>
          <a:solidFill>
            <a:srgbClr val="0D1322"/>
          </a:solidFill>
          <a:ln cap="flat" cmpd="sng" w="10575">
            <a:solidFill>
              <a:srgbClr val="C5E0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25" lIns="101525" spcFirstLastPara="1" rIns="101525" wrap="square" tIns="101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5">
              <a:solidFill>
                <a:srgbClr val="C48CAB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474" name="Google Shape;1474;p144"/>
          <p:cNvSpPr txBox="1"/>
          <p:nvPr>
            <p:ph idx="4294967295" type="title"/>
          </p:nvPr>
        </p:nvSpPr>
        <p:spPr>
          <a:xfrm>
            <a:off x="2556575" y="4003771"/>
            <a:ext cx="961800" cy="484500"/>
          </a:xfrm>
          <a:prstGeom prst="rect">
            <a:avLst/>
          </a:prstGeom>
          <a:ln>
            <a:noFill/>
          </a:ln>
        </p:spPr>
        <p:txBody>
          <a:bodyPr anchorCtr="0" anchor="t" bIns="68625" lIns="68625" spcFirstLastPara="1" rIns="68625" wrap="square" tIns="68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743"/>
              <a:buNone/>
            </a:pPr>
            <a:r>
              <a:rPr lang="en" sz="1186">
                <a:solidFill>
                  <a:srgbClr val="C5E0F6"/>
                </a:solidFill>
              </a:rPr>
              <a:t>System Prompt</a:t>
            </a:r>
            <a:endParaRPr sz="1186">
              <a:solidFill>
                <a:srgbClr val="C5E0F6"/>
              </a:solidFill>
            </a:endParaRPr>
          </a:p>
        </p:txBody>
      </p:sp>
      <p:sp>
        <p:nvSpPr>
          <p:cNvPr id="1475" name="Google Shape;1475;p144"/>
          <p:cNvSpPr/>
          <p:nvPr/>
        </p:nvSpPr>
        <p:spPr>
          <a:xfrm>
            <a:off x="5673913" y="3813413"/>
            <a:ext cx="865200" cy="865200"/>
          </a:xfrm>
          <a:prstGeom prst="ellipse">
            <a:avLst/>
          </a:prstGeom>
          <a:solidFill>
            <a:srgbClr val="0D1322"/>
          </a:solidFill>
          <a:ln cap="flat" cmpd="sng" w="10575">
            <a:solidFill>
              <a:srgbClr val="C5E0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25" lIns="101525" spcFirstLastPara="1" rIns="101525" wrap="square" tIns="101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5">
              <a:solidFill>
                <a:srgbClr val="FFDE92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476" name="Google Shape;1476;p144"/>
          <p:cNvSpPr txBox="1"/>
          <p:nvPr>
            <p:ph idx="4294967295" type="title"/>
          </p:nvPr>
        </p:nvSpPr>
        <p:spPr>
          <a:xfrm>
            <a:off x="5625630" y="4100681"/>
            <a:ext cx="961800" cy="290700"/>
          </a:xfrm>
          <a:prstGeom prst="rect">
            <a:avLst/>
          </a:prstGeom>
          <a:ln>
            <a:noFill/>
          </a:ln>
        </p:spPr>
        <p:txBody>
          <a:bodyPr anchorCtr="0" anchor="t" bIns="68625" lIns="68625" spcFirstLastPara="1" rIns="68625" wrap="square" tIns="68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743"/>
              <a:buNone/>
            </a:pPr>
            <a:r>
              <a:rPr lang="en" sz="1186">
                <a:solidFill>
                  <a:srgbClr val="C5E0F6"/>
                </a:solidFill>
              </a:rPr>
              <a:t>Subagents</a:t>
            </a:r>
            <a:endParaRPr sz="1186">
              <a:solidFill>
                <a:srgbClr val="C5E0F6"/>
              </a:solidFill>
            </a:endParaRPr>
          </a:p>
        </p:txBody>
      </p:sp>
      <p:sp>
        <p:nvSpPr>
          <p:cNvPr id="1477" name="Google Shape;1477;p144"/>
          <p:cNvSpPr txBox="1"/>
          <p:nvPr/>
        </p:nvSpPr>
        <p:spPr>
          <a:xfrm>
            <a:off x="402650" y="309175"/>
            <a:ext cx="2962800" cy="4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76100" lIns="76100" spcFirstLastPara="1" rIns="76100" wrap="square" tIns="76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Agent = model + </a:t>
            </a:r>
            <a:r>
              <a:rPr lang="en" sz="2000">
                <a:solidFill>
                  <a:schemeClr val="lt1"/>
                </a:solidFill>
                <a:highlight>
                  <a:srgbClr val="2F4B68"/>
                </a:highlight>
                <a:latin typeface="Inter Tight"/>
                <a:ea typeface="Inter Tight"/>
                <a:cs typeface="Inter Tight"/>
                <a:sym typeface="Inter Tight"/>
              </a:rPr>
              <a:t>harness</a:t>
            </a:r>
            <a:endParaRPr sz="1498">
              <a:solidFill>
                <a:srgbClr val="7FC8FF"/>
              </a:solidFill>
              <a:highlight>
                <a:srgbClr val="2F4B68"/>
              </a:highlight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1478" name="Google Shape;1478;p144" title="Group 214723958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8650" y="1526575"/>
            <a:ext cx="1526700" cy="1520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2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p145"/>
          <p:cNvSpPr/>
          <p:nvPr/>
        </p:nvSpPr>
        <p:spPr>
          <a:xfrm>
            <a:off x="1620900" y="2299600"/>
            <a:ext cx="5902200" cy="2320200"/>
          </a:xfrm>
          <a:prstGeom prst="ellipse">
            <a:avLst/>
          </a:prstGeom>
          <a:noFill/>
          <a:ln cap="flat" cmpd="sng" w="9525">
            <a:solidFill>
              <a:srgbClr val="C5E0F6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5E0F6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484" name="Google Shape;1484;p145"/>
          <p:cNvSpPr/>
          <p:nvPr/>
        </p:nvSpPr>
        <p:spPr>
          <a:xfrm>
            <a:off x="2647925" y="2051025"/>
            <a:ext cx="779100" cy="779100"/>
          </a:xfrm>
          <a:prstGeom prst="ellipse">
            <a:avLst/>
          </a:prstGeom>
          <a:solidFill>
            <a:srgbClr val="0D1322"/>
          </a:solidFill>
          <a:ln cap="flat" cmpd="sng" w="9525">
            <a:solidFill>
              <a:srgbClr val="C5E0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485" name="Google Shape;1485;p145"/>
          <p:cNvSpPr txBox="1"/>
          <p:nvPr>
            <p:ph idx="4294967295" type="title"/>
          </p:nvPr>
        </p:nvSpPr>
        <p:spPr>
          <a:xfrm>
            <a:off x="2556580" y="2295231"/>
            <a:ext cx="961800" cy="290700"/>
          </a:xfrm>
          <a:prstGeom prst="rect">
            <a:avLst/>
          </a:prstGeom>
        </p:spPr>
        <p:txBody>
          <a:bodyPr anchorCtr="0" anchor="t" bIns="68625" lIns="68625" spcFirstLastPara="1" rIns="68625" wrap="square" tIns="68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743"/>
              <a:buNone/>
            </a:pPr>
            <a:r>
              <a:rPr lang="en" sz="1186">
                <a:solidFill>
                  <a:srgbClr val="C5E0F6"/>
                </a:solidFill>
              </a:rPr>
              <a:t>Skills</a:t>
            </a:r>
            <a:endParaRPr sz="1186">
              <a:solidFill>
                <a:srgbClr val="C5E0F6"/>
              </a:solidFill>
            </a:endParaRPr>
          </a:p>
        </p:txBody>
      </p:sp>
      <p:sp>
        <p:nvSpPr>
          <p:cNvPr id="1486" name="Google Shape;1486;p145"/>
          <p:cNvSpPr/>
          <p:nvPr/>
        </p:nvSpPr>
        <p:spPr>
          <a:xfrm>
            <a:off x="5716975" y="2051025"/>
            <a:ext cx="779100" cy="779100"/>
          </a:xfrm>
          <a:prstGeom prst="ellipse">
            <a:avLst/>
          </a:prstGeom>
          <a:solidFill>
            <a:srgbClr val="0D1322"/>
          </a:solidFill>
          <a:ln cap="flat" cmpd="sng" w="9525">
            <a:solidFill>
              <a:srgbClr val="C5E0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487" name="Google Shape;1487;p145"/>
          <p:cNvSpPr txBox="1"/>
          <p:nvPr>
            <p:ph idx="4294967295" type="title"/>
          </p:nvPr>
        </p:nvSpPr>
        <p:spPr>
          <a:xfrm>
            <a:off x="5625630" y="2295231"/>
            <a:ext cx="961800" cy="290700"/>
          </a:xfrm>
          <a:prstGeom prst="rect">
            <a:avLst/>
          </a:prstGeom>
        </p:spPr>
        <p:txBody>
          <a:bodyPr anchorCtr="0" anchor="t" bIns="68625" lIns="68625" spcFirstLastPara="1" rIns="68625" wrap="square" tIns="68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743"/>
              <a:buNone/>
            </a:pPr>
            <a:r>
              <a:rPr lang="en" sz="1186">
                <a:solidFill>
                  <a:srgbClr val="C5E0F6"/>
                </a:solidFill>
              </a:rPr>
              <a:t>Tools</a:t>
            </a:r>
            <a:endParaRPr sz="1186">
              <a:solidFill>
                <a:srgbClr val="C5E0F6"/>
              </a:solidFill>
            </a:endParaRPr>
          </a:p>
        </p:txBody>
      </p:sp>
      <p:sp>
        <p:nvSpPr>
          <p:cNvPr id="1488" name="Google Shape;1488;p145"/>
          <p:cNvSpPr/>
          <p:nvPr/>
        </p:nvSpPr>
        <p:spPr>
          <a:xfrm>
            <a:off x="1102750" y="2743600"/>
            <a:ext cx="1119600" cy="1119600"/>
          </a:xfrm>
          <a:prstGeom prst="ellipse">
            <a:avLst/>
          </a:prstGeom>
          <a:solidFill>
            <a:srgbClr val="0D1322"/>
          </a:solidFill>
          <a:ln cap="flat" cmpd="sng" w="9525">
            <a:solidFill>
              <a:srgbClr val="C5E0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489" name="Google Shape;1489;p145"/>
          <p:cNvSpPr txBox="1"/>
          <p:nvPr>
            <p:ph idx="4294967295" type="title"/>
          </p:nvPr>
        </p:nvSpPr>
        <p:spPr>
          <a:xfrm>
            <a:off x="1181655" y="3158056"/>
            <a:ext cx="961800" cy="290700"/>
          </a:xfrm>
          <a:prstGeom prst="rect">
            <a:avLst/>
          </a:prstGeom>
        </p:spPr>
        <p:txBody>
          <a:bodyPr anchorCtr="0" anchor="t" bIns="68625" lIns="68625" spcFirstLastPara="1" rIns="68625" wrap="square" tIns="68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743"/>
              <a:buNone/>
            </a:pPr>
            <a:r>
              <a:rPr lang="en" sz="1186">
                <a:solidFill>
                  <a:srgbClr val="C5E0F6"/>
                </a:solidFill>
              </a:rPr>
              <a:t>Memory</a:t>
            </a:r>
            <a:endParaRPr sz="1186">
              <a:solidFill>
                <a:srgbClr val="C5E0F6"/>
              </a:solidFill>
            </a:endParaRPr>
          </a:p>
        </p:txBody>
      </p:sp>
      <p:sp>
        <p:nvSpPr>
          <p:cNvPr id="1490" name="Google Shape;1490;p145"/>
          <p:cNvSpPr/>
          <p:nvPr/>
        </p:nvSpPr>
        <p:spPr>
          <a:xfrm>
            <a:off x="6877700" y="2743600"/>
            <a:ext cx="1119600" cy="1119600"/>
          </a:xfrm>
          <a:prstGeom prst="ellipse">
            <a:avLst/>
          </a:prstGeom>
          <a:solidFill>
            <a:srgbClr val="0D1322"/>
          </a:solidFill>
          <a:ln cap="flat" cmpd="sng" w="9525">
            <a:solidFill>
              <a:srgbClr val="C5E0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DE92"/>
              </a:highlight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491" name="Google Shape;1491;p145"/>
          <p:cNvSpPr txBox="1"/>
          <p:nvPr>
            <p:ph idx="4294967295" type="title"/>
          </p:nvPr>
        </p:nvSpPr>
        <p:spPr>
          <a:xfrm>
            <a:off x="6956605" y="3158056"/>
            <a:ext cx="961800" cy="290700"/>
          </a:xfrm>
          <a:prstGeom prst="rect">
            <a:avLst/>
          </a:prstGeom>
        </p:spPr>
        <p:txBody>
          <a:bodyPr anchorCtr="0" anchor="t" bIns="68625" lIns="68625" spcFirstLastPara="1" rIns="68625" wrap="square" tIns="68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743"/>
              <a:buNone/>
            </a:pPr>
            <a:r>
              <a:rPr lang="en" sz="1186">
                <a:solidFill>
                  <a:srgbClr val="C5E0F6"/>
                </a:solidFill>
              </a:rPr>
              <a:t>Context</a:t>
            </a:r>
            <a:endParaRPr sz="1186">
              <a:solidFill>
                <a:srgbClr val="C5E0F6"/>
              </a:solidFill>
            </a:endParaRPr>
          </a:p>
        </p:txBody>
      </p:sp>
      <p:sp>
        <p:nvSpPr>
          <p:cNvPr id="1492" name="Google Shape;1492;p145"/>
          <p:cNvSpPr/>
          <p:nvPr/>
        </p:nvSpPr>
        <p:spPr>
          <a:xfrm>
            <a:off x="2604875" y="3813413"/>
            <a:ext cx="865200" cy="865200"/>
          </a:xfrm>
          <a:prstGeom prst="ellipse">
            <a:avLst/>
          </a:prstGeom>
          <a:solidFill>
            <a:srgbClr val="0D1322"/>
          </a:solidFill>
          <a:ln cap="flat" cmpd="sng" w="10575">
            <a:solidFill>
              <a:srgbClr val="C5E0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25" lIns="101525" spcFirstLastPara="1" rIns="101525" wrap="square" tIns="101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5"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493" name="Google Shape;1493;p145"/>
          <p:cNvSpPr txBox="1"/>
          <p:nvPr>
            <p:ph idx="4294967295" type="title"/>
          </p:nvPr>
        </p:nvSpPr>
        <p:spPr>
          <a:xfrm>
            <a:off x="2556575" y="4003771"/>
            <a:ext cx="961800" cy="484500"/>
          </a:xfrm>
          <a:prstGeom prst="rect">
            <a:avLst/>
          </a:prstGeom>
        </p:spPr>
        <p:txBody>
          <a:bodyPr anchorCtr="0" anchor="t" bIns="68625" lIns="68625" spcFirstLastPara="1" rIns="68625" wrap="square" tIns="68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743"/>
              <a:buNone/>
            </a:pPr>
            <a:r>
              <a:rPr lang="en" sz="1186">
                <a:solidFill>
                  <a:srgbClr val="C5E0F6"/>
                </a:solidFill>
              </a:rPr>
              <a:t>System Prompt</a:t>
            </a:r>
            <a:endParaRPr sz="1186">
              <a:solidFill>
                <a:srgbClr val="C5E0F6"/>
              </a:solidFill>
            </a:endParaRPr>
          </a:p>
        </p:txBody>
      </p:sp>
      <p:sp>
        <p:nvSpPr>
          <p:cNvPr id="1494" name="Google Shape;1494;p145"/>
          <p:cNvSpPr/>
          <p:nvPr/>
        </p:nvSpPr>
        <p:spPr>
          <a:xfrm>
            <a:off x="5673913" y="3813413"/>
            <a:ext cx="865200" cy="865200"/>
          </a:xfrm>
          <a:prstGeom prst="ellipse">
            <a:avLst/>
          </a:prstGeom>
          <a:solidFill>
            <a:srgbClr val="0D1322"/>
          </a:solidFill>
          <a:ln cap="flat" cmpd="sng" w="10575">
            <a:solidFill>
              <a:srgbClr val="C5E0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25" lIns="101525" spcFirstLastPara="1" rIns="101525" wrap="square" tIns="101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5">
              <a:solidFill>
                <a:srgbClr val="FFDE92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495" name="Google Shape;1495;p145"/>
          <p:cNvSpPr txBox="1"/>
          <p:nvPr>
            <p:ph idx="4294967295" type="title"/>
          </p:nvPr>
        </p:nvSpPr>
        <p:spPr>
          <a:xfrm>
            <a:off x="5625630" y="4100681"/>
            <a:ext cx="961800" cy="290700"/>
          </a:xfrm>
          <a:prstGeom prst="rect">
            <a:avLst/>
          </a:prstGeom>
        </p:spPr>
        <p:txBody>
          <a:bodyPr anchorCtr="0" anchor="t" bIns="68625" lIns="68625" spcFirstLastPara="1" rIns="68625" wrap="square" tIns="68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743"/>
              <a:buNone/>
            </a:pPr>
            <a:r>
              <a:rPr lang="en" sz="1186">
                <a:solidFill>
                  <a:srgbClr val="C5E0F6"/>
                </a:solidFill>
              </a:rPr>
              <a:t>Subagents</a:t>
            </a:r>
            <a:endParaRPr sz="1186">
              <a:solidFill>
                <a:srgbClr val="C5E0F6"/>
              </a:solidFill>
            </a:endParaRPr>
          </a:p>
        </p:txBody>
      </p:sp>
      <p:sp>
        <p:nvSpPr>
          <p:cNvPr id="1496" name="Google Shape;1496;p145"/>
          <p:cNvSpPr txBox="1"/>
          <p:nvPr/>
        </p:nvSpPr>
        <p:spPr>
          <a:xfrm>
            <a:off x="402650" y="309175"/>
            <a:ext cx="2962800" cy="441300"/>
          </a:xfrm>
          <a:prstGeom prst="rect">
            <a:avLst/>
          </a:prstGeom>
          <a:noFill/>
          <a:ln cap="flat" cmpd="sng" w="9525">
            <a:solidFill>
              <a:srgbClr val="CCE9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76100" lIns="76100" spcFirstLastPara="1" rIns="76100" wrap="square" tIns="76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Agent = model + harness</a:t>
            </a:r>
            <a:endParaRPr sz="1498">
              <a:solidFill>
                <a:srgbClr val="7FC8FF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1497" name="Google Shape;1497;p145" title="Group 21472395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4278" y="1526601"/>
            <a:ext cx="1526700" cy="1520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Google Shape;1502;p146"/>
          <p:cNvSpPr txBox="1"/>
          <p:nvPr>
            <p:ph type="title"/>
          </p:nvPr>
        </p:nvSpPr>
        <p:spPr>
          <a:xfrm>
            <a:off x="311700" y="286263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CCE9FF"/>
                </a:solidFill>
                <a:latin typeface="Inter"/>
                <a:ea typeface="Inter"/>
                <a:cs typeface="Inter"/>
                <a:sym typeface="Inter"/>
              </a:rPr>
              <a:t>What makes a good harness?</a:t>
            </a:r>
            <a:endParaRPr sz="2600">
              <a:solidFill>
                <a:srgbClr val="CCE9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CCE9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03" name="Google Shape;1503;p146" title="53886538-491f-4c47-878b-2de6c2ef13b1_1024.jpg"/>
          <p:cNvPicPr preferRelativeResize="0"/>
          <p:nvPr/>
        </p:nvPicPr>
        <p:blipFill rotWithShape="1">
          <a:blip r:embed="rId3">
            <a:alphaModFix/>
          </a:blip>
          <a:srcRect b="3213" l="0" r="0" t="0"/>
          <a:stretch/>
        </p:blipFill>
        <p:spPr>
          <a:xfrm>
            <a:off x="3013826" y="1023600"/>
            <a:ext cx="3116325" cy="347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7" name="Shape 1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Google Shape;1508;p147"/>
          <p:cNvSpPr/>
          <p:nvPr/>
        </p:nvSpPr>
        <p:spPr>
          <a:xfrm>
            <a:off x="1620900" y="2299600"/>
            <a:ext cx="5902200" cy="2320200"/>
          </a:xfrm>
          <a:prstGeom prst="ellipse">
            <a:avLst/>
          </a:prstGeom>
          <a:noFill/>
          <a:ln cap="flat" cmpd="sng" w="9525">
            <a:solidFill>
              <a:srgbClr val="C5E0F6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7CEED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509" name="Google Shape;1509;p147"/>
          <p:cNvSpPr/>
          <p:nvPr/>
        </p:nvSpPr>
        <p:spPr>
          <a:xfrm>
            <a:off x="2647925" y="2051025"/>
            <a:ext cx="779100" cy="779100"/>
          </a:xfrm>
          <a:prstGeom prst="ellipse">
            <a:avLst/>
          </a:prstGeom>
          <a:solidFill>
            <a:srgbClr val="0D1322"/>
          </a:solidFill>
          <a:ln cap="flat" cmpd="sng" w="9525">
            <a:solidFill>
              <a:srgbClr val="C5E0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510" name="Google Shape;1510;p147"/>
          <p:cNvSpPr txBox="1"/>
          <p:nvPr>
            <p:ph idx="4294967295" type="title"/>
          </p:nvPr>
        </p:nvSpPr>
        <p:spPr>
          <a:xfrm>
            <a:off x="2556580" y="2295231"/>
            <a:ext cx="961800" cy="290700"/>
          </a:xfrm>
          <a:prstGeom prst="rect">
            <a:avLst/>
          </a:prstGeom>
        </p:spPr>
        <p:txBody>
          <a:bodyPr anchorCtr="0" anchor="t" bIns="68625" lIns="68625" spcFirstLastPara="1" rIns="68625" wrap="square" tIns="68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743"/>
              <a:buNone/>
            </a:pPr>
            <a:r>
              <a:rPr lang="en" sz="1186">
                <a:solidFill>
                  <a:srgbClr val="C5E0F6"/>
                </a:solidFill>
              </a:rPr>
              <a:t>Skills</a:t>
            </a:r>
            <a:endParaRPr sz="1186">
              <a:solidFill>
                <a:srgbClr val="C5E0F6"/>
              </a:solidFill>
            </a:endParaRPr>
          </a:p>
        </p:txBody>
      </p:sp>
      <p:sp>
        <p:nvSpPr>
          <p:cNvPr id="1511" name="Google Shape;1511;p147"/>
          <p:cNvSpPr/>
          <p:nvPr/>
        </p:nvSpPr>
        <p:spPr>
          <a:xfrm>
            <a:off x="5716975" y="2051025"/>
            <a:ext cx="779100" cy="779100"/>
          </a:xfrm>
          <a:prstGeom prst="ellipse">
            <a:avLst/>
          </a:prstGeom>
          <a:solidFill>
            <a:srgbClr val="0D1322"/>
          </a:solidFill>
          <a:ln cap="flat" cmpd="sng" w="9525">
            <a:solidFill>
              <a:srgbClr val="C5E0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512" name="Google Shape;1512;p147"/>
          <p:cNvSpPr txBox="1"/>
          <p:nvPr>
            <p:ph idx="4294967295" type="title"/>
          </p:nvPr>
        </p:nvSpPr>
        <p:spPr>
          <a:xfrm>
            <a:off x="5625630" y="2295231"/>
            <a:ext cx="961800" cy="290700"/>
          </a:xfrm>
          <a:prstGeom prst="rect">
            <a:avLst/>
          </a:prstGeom>
        </p:spPr>
        <p:txBody>
          <a:bodyPr anchorCtr="0" anchor="t" bIns="68625" lIns="68625" spcFirstLastPara="1" rIns="68625" wrap="square" tIns="68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743"/>
              <a:buNone/>
            </a:pPr>
            <a:r>
              <a:rPr lang="en" sz="1186">
                <a:solidFill>
                  <a:srgbClr val="C5E0F6"/>
                </a:solidFill>
              </a:rPr>
              <a:t>Tools</a:t>
            </a:r>
            <a:endParaRPr sz="1186">
              <a:solidFill>
                <a:srgbClr val="C5E0F6"/>
              </a:solidFill>
            </a:endParaRPr>
          </a:p>
        </p:txBody>
      </p:sp>
      <p:sp>
        <p:nvSpPr>
          <p:cNvPr id="1513" name="Google Shape;1513;p147"/>
          <p:cNvSpPr/>
          <p:nvPr/>
        </p:nvSpPr>
        <p:spPr>
          <a:xfrm>
            <a:off x="1102750" y="2743600"/>
            <a:ext cx="1119600" cy="1119600"/>
          </a:xfrm>
          <a:prstGeom prst="ellipse">
            <a:avLst/>
          </a:prstGeom>
          <a:solidFill>
            <a:srgbClr val="0D1322"/>
          </a:solidFill>
          <a:ln cap="flat" cmpd="sng" w="9525">
            <a:solidFill>
              <a:srgbClr val="C5E0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514" name="Google Shape;1514;p147"/>
          <p:cNvSpPr txBox="1"/>
          <p:nvPr>
            <p:ph idx="4294967295" type="title"/>
          </p:nvPr>
        </p:nvSpPr>
        <p:spPr>
          <a:xfrm>
            <a:off x="1181655" y="3158056"/>
            <a:ext cx="961800" cy="290700"/>
          </a:xfrm>
          <a:prstGeom prst="rect">
            <a:avLst/>
          </a:prstGeom>
        </p:spPr>
        <p:txBody>
          <a:bodyPr anchorCtr="0" anchor="t" bIns="68625" lIns="68625" spcFirstLastPara="1" rIns="68625" wrap="square" tIns="68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743"/>
              <a:buNone/>
            </a:pPr>
            <a:r>
              <a:rPr lang="en" sz="1186">
                <a:solidFill>
                  <a:srgbClr val="C5E0F6"/>
                </a:solidFill>
              </a:rPr>
              <a:t>Memory</a:t>
            </a:r>
            <a:endParaRPr sz="1186">
              <a:solidFill>
                <a:srgbClr val="C5E0F6"/>
              </a:solidFill>
            </a:endParaRPr>
          </a:p>
        </p:txBody>
      </p:sp>
      <p:sp>
        <p:nvSpPr>
          <p:cNvPr id="1515" name="Google Shape;1515;p147"/>
          <p:cNvSpPr/>
          <p:nvPr/>
        </p:nvSpPr>
        <p:spPr>
          <a:xfrm>
            <a:off x="6877700" y="2743600"/>
            <a:ext cx="1119600" cy="1119600"/>
          </a:xfrm>
          <a:prstGeom prst="ellipse">
            <a:avLst/>
          </a:prstGeom>
          <a:solidFill>
            <a:srgbClr val="0D1322"/>
          </a:solidFill>
          <a:ln cap="flat" cmpd="sng" w="9525">
            <a:solidFill>
              <a:srgbClr val="C5E0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DE92"/>
              </a:highlight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516" name="Google Shape;1516;p147"/>
          <p:cNvSpPr txBox="1"/>
          <p:nvPr>
            <p:ph idx="4294967295" type="title"/>
          </p:nvPr>
        </p:nvSpPr>
        <p:spPr>
          <a:xfrm>
            <a:off x="6956605" y="3158056"/>
            <a:ext cx="961800" cy="290700"/>
          </a:xfrm>
          <a:prstGeom prst="rect">
            <a:avLst/>
          </a:prstGeom>
        </p:spPr>
        <p:txBody>
          <a:bodyPr anchorCtr="0" anchor="t" bIns="68625" lIns="68625" spcFirstLastPara="1" rIns="68625" wrap="square" tIns="68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743"/>
              <a:buNone/>
            </a:pPr>
            <a:r>
              <a:rPr lang="en" sz="1186">
                <a:solidFill>
                  <a:srgbClr val="C5E0F6"/>
                </a:solidFill>
              </a:rPr>
              <a:t>Context</a:t>
            </a:r>
            <a:endParaRPr sz="1186">
              <a:solidFill>
                <a:srgbClr val="C5E0F6"/>
              </a:solidFill>
            </a:endParaRPr>
          </a:p>
        </p:txBody>
      </p:sp>
      <p:sp>
        <p:nvSpPr>
          <p:cNvPr id="1517" name="Google Shape;1517;p147"/>
          <p:cNvSpPr/>
          <p:nvPr/>
        </p:nvSpPr>
        <p:spPr>
          <a:xfrm>
            <a:off x="2604875" y="3813413"/>
            <a:ext cx="865200" cy="865200"/>
          </a:xfrm>
          <a:prstGeom prst="ellipse">
            <a:avLst/>
          </a:prstGeom>
          <a:solidFill>
            <a:srgbClr val="0D1322"/>
          </a:solidFill>
          <a:ln cap="flat" cmpd="sng" w="10575">
            <a:solidFill>
              <a:srgbClr val="C5E0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25" lIns="101525" spcFirstLastPara="1" rIns="101525" wrap="square" tIns="101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5"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518" name="Google Shape;1518;p147"/>
          <p:cNvSpPr txBox="1"/>
          <p:nvPr>
            <p:ph idx="4294967295" type="title"/>
          </p:nvPr>
        </p:nvSpPr>
        <p:spPr>
          <a:xfrm>
            <a:off x="2556575" y="4003771"/>
            <a:ext cx="961800" cy="484500"/>
          </a:xfrm>
          <a:prstGeom prst="rect">
            <a:avLst/>
          </a:prstGeom>
        </p:spPr>
        <p:txBody>
          <a:bodyPr anchorCtr="0" anchor="t" bIns="68625" lIns="68625" spcFirstLastPara="1" rIns="68625" wrap="square" tIns="68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743"/>
              <a:buNone/>
            </a:pPr>
            <a:r>
              <a:rPr lang="en" sz="1186">
                <a:solidFill>
                  <a:srgbClr val="C5E0F6"/>
                </a:solidFill>
              </a:rPr>
              <a:t>System Prompt</a:t>
            </a:r>
            <a:endParaRPr sz="1186">
              <a:solidFill>
                <a:srgbClr val="C5E0F6"/>
              </a:solidFill>
            </a:endParaRPr>
          </a:p>
        </p:txBody>
      </p:sp>
      <p:sp>
        <p:nvSpPr>
          <p:cNvPr id="1519" name="Google Shape;1519;p147"/>
          <p:cNvSpPr/>
          <p:nvPr/>
        </p:nvSpPr>
        <p:spPr>
          <a:xfrm>
            <a:off x="5673913" y="3813413"/>
            <a:ext cx="865200" cy="865200"/>
          </a:xfrm>
          <a:prstGeom prst="ellipse">
            <a:avLst/>
          </a:prstGeom>
          <a:solidFill>
            <a:srgbClr val="0D1322"/>
          </a:solidFill>
          <a:ln cap="flat" cmpd="sng" w="10575">
            <a:solidFill>
              <a:srgbClr val="C5E0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25" lIns="101525" spcFirstLastPara="1" rIns="101525" wrap="square" tIns="101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5">
              <a:solidFill>
                <a:srgbClr val="FFDE92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520" name="Google Shape;1520;p147"/>
          <p:cNvSpPr txBox="1"/>
          <p:nvPr>
            <p:ph idx="4294967295" type="title"/>
          </p:nvPr>
        </p:nvSpPr>
        <p:spPr>
          <a:xfrm>
            <a:off x="5625630" y="4100681"/>
            <a:ext cx="961800" cy="290700"/>
          </a:xfrm>
          <a:prstGeom prst="rect">
            <a:avLst/>
          </a:prstGeom>
        </p:spPr>
        <p:txBody>
          <a:bodyPr anchorCtr="0" anchor="t" bIns="68625" lIns="68625" spcFirstLastPara="1" rIns="68625" wrap="square" tIns="68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743"/>
              <a:buNone/>
            </a:pPr>
            <a:r>
              <a:rPr lang="en" sz="1186">
                <a:solidFill>
                  <a:srgbClr val="C5E0F6"/>
                </a:solidFill>
              </a:rPr>
              <a:t>Subagents</a:t>
            </a:r>
            <a:endParaRPr sz="1186">
              <a:solidFill>
                <a:srgbClr val="C5E0F6"/>
              </a:solidFill>
            </a:endParaRPr>
          </a:p>
        </p:txBody>
      </p:sp>
      <p:sp>
        <p:nvSpPr>
          <p:cNvPr id="1521" name="Google Shape;1521;p147"/>
          <p:cNvSpPr txBox="1"/>
          <p:nvPr/>
        </p:nvSpPr>
        <p:spPr>
          <a:xfrm>
            <a:off x="1842450" y="333175"/>
            <a:ext cx="54591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76100" lIns="76100" spcFirstLastPara="1" rIns="76100" wrap="square" tIns="76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highlight>
                  <a:srgbClr val="C5E0F6"/>
                </a:highlight>
                <a:latin typeface="Inter Tight"/>
                <a:ea typeface="Inter Tight"/>
                <a:cs typeface="Inter Tight"/>
                <a:sym typeface="Inter Tight"/>
              </a:rPr>
              <a:t>What is the job of a harness?</a:t>
            </a:r>
            <a:endParaRPr sz="3000">
              <a:solidFill>
                <a:schemeClr val="dk1"/>
              </a:solidFill>
              <a:highlight>
                <a:srgbClr val="C5E0F6"/>
              </a:highlight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7FC8FF"/>
              </a:solidFill>
              <a:highlight>
                <a:srgbClr val="2F4B68"/>
              </a:highlight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1522" name="Google Shape;1522;p147" title="Group 21472395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4278" y="1526601"/>
            <a:ext cx="1526700" cy="1520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6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p148"/>
          <p:cNvSpPr/>
          <p:nvPr/>
        </p:nvSpPr>
        <p:spPr>
          <a:xfrm>
            <a:off x="1620900" y="2299600"/>
            <a:ext cx="5902200" cy="2320200"/>
          </a:xfrm>
          <a:prstGeom prst="ellipse">
            <a:avLst/>
          </a:prstGeom>
          <a:noFill/>
          <a:ln cap="flat" cmpd="sng" w="9525">
            <a:solidFill>
              <a:srgbClr val="C5E0F6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7CEED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528" name="Google Shape;1528;p148"/>
          <p:cNvSpPr/>
          <p:nvPr/>
        </p:nvSpPr>
        <p:spPr>
          <a:xfrm>
            <a:off x="2647925" y="2051025"/>
            <a:ext cx="779100" cy="779100"/>
          </a:xfrm>
          <a:prstGeom prst="ellipse">
            <a:avLst/>
          </a:prstGeom>
          <a:solidFill>
            <a:srgbClr val="0D1322"/>
          </a:solidFill>
          <a:ln cap="flat" cmpd="sng" w="9525">
            <a:solidFill>
              <a:srgbClr val="C5E0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529" name="Google Shape;1529;p148"/>
          <p:cNvSpPr txBox="1"/>
          <p:nvPr>
            <p:ph idx="4294967295" type="title"/>
          </p:nvPr>
        </p:nvSpPr>
        <p:spPr>
          <a:xfrm>
            <a:off x="2556580" y="2295231"/>
            <a:ext cx="961800" cy="290700"/>
          </a:xfrm>
          <a:prstGeom prst="rect">
            <a:avLst/>
          </a:prstGeom>
        </p:spPr>
        <p:txBody>
          <a:bodyPr anchorCtr="0" anchor="t" bIns="68625" lIns="68625" spcFirstLastPara="1" rIns="68625" wrap="square" tIns="68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743"/>
              <a:buNone/>
            </a:pPr>
            <a:r>
              <a:rPr lang="en" sz="1186">
                <a:solidFill>
                  <a:srgbClr val="C5E0F6"/>
                </a:solidFill>
              </a:rPr>
              <a:t>Skills</a:t>
            </a:r>
            <a:endParaRPr sz="1186">
              <a:solidFill>
                <a:srgbClr val="C5E0F6"/>
              </a:solidFill>
            </a:endParaRPr>
          </a:p>
        </p:txBody>
      </p:sp>
      <p:sp>
        <p:nvSpPr>
          <p:cNvPr id="1530" name="Google Shape;1530;p148"/>
          <p:cNvSpPr/>
          <p:nvPr/>
        </p:nvSpPr>
        <p:spPr>
          <a:xfrm>
            <a:off x="5716975" y="2051025"/>
            <a:ext cx="779100" cy="779100"/>
          </a:xfrm>
          <a:prstGeom prst="ellipse">
            <a:avLst/>
          </a:prstGeom>
          <a:solidFill>
            <a:srgbClr val="0D1322"/>
          </a:solidFill>
          <a:ln cap="flat" cmpd="sng" w="9525">
            <a:solidFill>
              <a:srgbClr val="C5E0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531" name="Google Shape;1531;p148"/>
          <p:cNvSpPr txBox="1"/>
          <p:nvPr>
            <p:ph idx="4294967295" type="title"/>
          </p:nvPr>
        </p:nvSpPr>
        <p:spPr>
          <a:xfrm>
            <a:off x="5625630" y="2295231"/>
            <a:ext cx="961800" cy="290700"/>
          </a:xfrm>
          <a:prstGeom prst="rect">
            <a:avLst/>
          </a:prstGeom>
        </p:spPr>
        <p:txBody>
          <a:bodyPr anchorCtr="0" anchor="t" bIns="68625" lIns="68625" spcFirstLastPara="1" rIns="68625" wrap="square" tIns="68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743"/>
              <a:buNone/>
            </a:pPr>
            <a:r>
              <a:rPr lang="en" sz="1186">
                <a:solidFill>
                  <a:srgbClr val="C5E0F6"/>
                </a:solidFill>
              </a:rPr>
              <a:t>Tools</a:t>
            </a:r>
            <a:endParaRPr sz="1186">
              <a:solidFill>
                <a:srgbClr val="C5E0F6"/>
              </a:solidFill>
            </a:endParaRPr>
          </a:p>
        </p:txBody>
      </p:sp>
      <p:sp>
        <p:nvSpPr>
          <p:cNvPr id="1532" name="Google Shape;1532;p148"/>
          <p:cNvSpPr/>
          <p:nvPr/>
        </p:nvSpPr>
        <p:spPr>
          <a:xfrm>
            <a:off x="1102750" y="2743600"/>
            <a:ext cx="1119600" cy="1119600"/>
          </a:xfrm>
          <a:prstGeom prst="ellipse">
            <a:avLst/>
          </a:prstGeom>
          <a:solidFill>
            <a:srgbClr val="0D1322"/>
          </a:solidFill>
          <a:ln cap="flat" cmpd="sng" w="9525">
            <a:solidFill>
              <a:srgbClr val="C5E0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533" name="Google Shape;1533;p148"/>
          <p:cNvSpPr txBox="1"/>
          <p:nvPr>
            <p:ph idx="4294967295" type="title"/>
          </p:nvPr>
        </p:nvSpPr>
        <p:spPr>
          <a:xfrm>
            <a:off x="1181655" y="3158056"/>
            <a:ext cx="961800" cy="290700"/>
          </a:xfrm>
          <a:prstGeom prst="rect">
            <a:avLst/>
          </a:prstGeom>
        </p:spPr>
        <p:txBody>
          <a:bodyPr anchorCtr="0" anchor="t" bIns="68625" lIns="68625" spcFirstLastPara="1" rIns="68625" wrap="square" tIns="68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743"/>
              <a:buNone/>
            </a:pPr>
            <a:r>
              <a:rPr lang="en" sz="1186">
                <a:solidFill>
                  <a:srgbClr val="C5E0F6"/>
                </a:solidFill>
              </a:rPr>
              <a:t>Memory</a:t>
            </a:r>
            <a:endParaRPr sz="1186">
              <a:solidFill>
                <a:srgbClr val="C5E0F6"/>
              </a:solidFill>
            </a:endParaRPr>
          </a:p>
        </p:txBody>
      </p:sp>
      <p:sp>
        <p:nvSpPr>
          <p:cNvPr id="1534" name="Google Shape;1534;p148"/>
          <p:cNvSpPr/>
          <p:nvPr/>
        </p:nvSpPr>
        <p:spPr>
          <a:xfrm>
            <a:off x="6877700" y="2743600"/>
            <a:ext cx="1119600" cy="1119600"/>
          </a:xfrm>
          <a:prstGeom prst="ellipse">
            <a:avLst/>
          </a:prstGeom>
          <a:solidFill>
            <a:srgbClr val="0D1322"/>
          </a:solidFill>
          <a:ln cap="flat" cmpd="sng" w="9525">
            <a:solidFill>
              <a:srgbClr val="C5E0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DE92"/>
              </a:highlight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535" name="Google Shape;1535;p148"/>
          <p:cNvSpPr txBox="1"/>
          <p:nvPr>
            <p:ph idx="4294967295" type="title"/>
          </p:nvPr>
        </p:nvSpPr>
        <p:spPr>
          <a:xfrm>
            <a:off x="6956605" y="3158056"/>
            <a:ext cx="961800" cy="290700"/>
          </a:xfrm>
          <a:prstGeom prst="rect">
            <a:avLst/>
          </a:prstGeom>
        </p:spPr>
        <p:txBody>
          <a:bodyPr anchorCtr="0" anchor="t" bIns="68625" lIns="68625" spcFirstLastPara="1" rIns="68625" wrap="square" tIns="68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743"/>
              <a:buNone/>
            </a:pPr>
            <a:r>
              <a:rPr lang="en" sz="1186">
                <a:solidFill>
                  <a:srgbClr val="C5E0F6"/>
                </a:solidFill>
              </a:rPr>
              <a:t>Context</a:t>
            </a:r>
            <a:endParaRPr sz="1186">
              <a:solidFill>
                <a:srgbClr val="C5E0F6"/>
              </a:solidFill>
            </a:endParaRPr>
          </a:p>
        </p:txBody>
      </p:sp>
      <p:sp>
        <p:nvSpPr>
          <p:cNvPr id="1536" name="Google Shape;1536;p148"/>
          <p:cNvSpPr/>
          <p:nvPr/>
        </p:nvSpPr>
        <p:spPr>
          <a:xfrm>
            <a:off x="2604875" y="3813413"/>
            <a:ext cx="865200" cy="865200"/>
          </a:xfrm>
          <a:prstGeom prst="ellipse">
            <a:avLst/>
          </a:prstGeom>
          <a:solidFill>
            <a:srgbClr val="0D1322"/>
          </a:solidFill>
          <a:ln cap="flat" cmpd="sng" w="10575">
            <a:solidFill>
              <a:srgbClr val="C5E0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25" lIns="101525" spcFirstLastPara="1" rIns="101525" wrap="square" tIns="101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5"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537" name="Google Shape;1537;p148"/>
          <p:cNvSpPr txBox="1"/>
          <p:nvPr>
            <p:ph idx="4294967295" type="title"/>
          </p:nvPr>
        </p:nvSpPr>
        <p:spPr>
          <a:xfrm>
            <a:off x="2556575" y="4003771"/>
            <a:ext cx="961800" cy="484500"/>
          </a:xfrm>
          <a:prstGeom prst="rect">
            <a:avLst/>
          </a:prstGeom>
        </p:spPr>
        <p:txBody>
          <a:bodyPr anchorCtr="0" anchor="t" bIns="68625" lIns="68625" spcFirstLastPara="1" rIns="68625" wrap="square" tIns="68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743"/>
              <a:buNone/>
            </a:pPr>
            <a:r>
              <a:rPr lang="en" sz="1186">
                <a:solidFill>
                  <a:srgbClr val="C5E0F6"/>
                </a:solidFill>
              </a:rPr>
              <a:t>System Prompt</a:t>
            </a:r>
            <a:endParaRPr sz="1186">
              <a:solidFill>
                <a:srgbClr val="C5E0F6"/>
              </a:solidFill>
            </a:endParaRPr>
          </a:p>
        </p:txBody>
      </p:sp>
      <p:sp>
        <p:nvSpPr>
          <p:cNvPr id="1538" name="Google Shape;1538;p148"/>
          <p:cNvSpPr/>
          <p:nvPr/>
        </p:nvSpPr>
        <p:spPr>
          <a:xfrm>
            <a:off x="5673913" y="3813413"/>
            <a:ext cx="865200" cy="865200"/>
          </a:xfrm>
          <a:prstGeom prst="ellipse">
            <a:avLst/>
          </a:prstGeom>
          <a:solidFill>
            <a:srgbClr val="0D1322"/>
          </a:solidFill>
          <a:ln cap="flat" cmpd="sng" w="10575">
            <a:solidFill>
              <a:srgbClr val="C5E0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25" lIns="101525" spcFirstLastPara="1" rIns="101525" wrap="square" tIns="101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5">
              <a:solidFill>
                <a:srgbClr val="FFDE92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539" name="Google Shape;1539;p148"/>
          <p:cNvSpPr txBox="1"/>
          <p:nvPr>
            <p:ph idx="4294967295" type="title"/>
          </p:nvPr>
        </p:nvSpPr>
        <p:spPr>
          <a:xfrm>
            <a:off x="5625630" y="4100681"/>
            <a:ext cx="961800" cy="290700"/>
          </a:xfrm>
          <a:prstGeom prst="rect">
            <a:avLst/>
          </a:prstGeom>
        </p:spPr>
        <p:txBody>
          <a:bodyPr anchorCtr="0" anchor="t" bIns="68625" lIns="68625" spcFirstLastPara="1" rIns="68625" wrap="square" tIns="68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743"/>
              <a:buNone/>
            </a:pPr>
            <a:r>
              <a:rPr lang="en" sz="1186">
                <a:solidFill>
                  <a:srgbClr val="C5E0F6"/>
                </a:solidFill>
              </a:rPr>
              <a:t>Subagents</a:t>
            </a:r>
            <a:endParaRPr sz="1186">
              <a:solidFill>
                <a:srgbClr val="C5E0F6"/>
              </a:solidFill>
            </a:endParaRPr>
          </a:p>
        </p:txBody>
      </p:sp>
      <p:pic>
        <p:nvPicPr>
          <p:cNvPr id="1540" name="Google Shape;1540;p148" title="Group 2147239326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8649" y="1493778"/>
            <a:ext cx="1526700" cy="152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1" name="Google Shape;1541;p148"/>
          <p:cNvSpPr txBox="1"/>
          <p:nvPr/>
        </p:nvSpPr>
        <p:spPr>
          <a:xfrm>
            <a:off x="1842450" y="333175"/>
            <a:ext cx="54591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76100" lIns="76100" spcFirstLastPara="1" rIns="76100" wrap="square" tIns="76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highlight>
                  <a:srgbClr val="C5E0F6"/>
                </a:highlight>
                <a:latin typeface="Inter Tight"/>
                <a:ea typeface="Inter Tight"/>
                <a:cs typeface="Inter Tight"/>
                <a:sym typeface="Inter Tight"/>
              </a:rPr>
              <a:t>What is the job of a harness?</a:t>
            </a:r>
            <a:endParaRPr sz="3000">
              <a:solidFill>
                <a:schemeClr val="dk1"/>
              </a:solidFill>
              <a:highlight>
                <a:srgbClr val="C5E0F6"/>
              </a:highlight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7FC8FF"/>
              </a:solidFill>
              <a:highlight>
                <a:srgbClr val="2F4B68"/>
              </a:highlight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542" name="Google Shape;1542;p148"/>
          <p:cNvSpPr/>
          <p:nvPr/>
        </p:nvSpPr>
        <p:spPr>
          <a:xfrm>
            <a:off x="3534225" y="1321955"/>
            <a:ext cx="2091300" cy="2043600"/>
          </a:xfrm>
          <a:prstGeom prst="ellipse">
            <a:avLst/>
          </a:prstGeom>
          <a:solidFill>
            <a:srgbClr val="C5E0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543" name="Google Shape;1543;p148"/>
          <p:cNvSpPr txBox="1"/>
          <p:nvPr/>
        </p:nvSpPr>
        <p:spPr>
          <a:xfrm>
            <a:off x="3605550" y="1473073"/>
            <a:ext cx="1932900" cy="17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Inter Tight"/>
                <a:ea typeface="Inter Tight"/>
                <a:cs typeface="Inter Tight"/>
                <a:sym typeface="Inter Tight"/>
              </a:rPr>
              <a:t>To get </a:t>
            </a:r>
            <a:endParaRPr sz="1700"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Inter Tight"/>
                <a:ea typeface="Inter Tight"/>
                <a:cs typeface="Inter Tight"/>
                <a:sym typeface="Inter Tight"/>
              </a:rPr>
              <a:t>the model </a:t>
            </a:r>
            <a:endParaRPr sz="1700"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Inter Tight"/>
                <a:ea typeface="Inter Tight"/>
                <a:cs typeface="Inter Tight"/>
                <a:sym typeface="Inter Tight"/>
              </a:rPr>
              <a:t>the right context </a:t>
            </a:r>
            <a:endParaRPr sz="1700"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Inter Tight"/>
                <a:ea typeface="Inter Tight"/>
                <a:cs typeface="Inter Tight"/>
                <a:sym typeface="Inter Tight"/>
              </a:rPr>
              <a:t>at the right time </a:t>
            </a:r>
            <a:endParaRPr sz="1700"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Inter Tight"/>
                <a:ea typeface="Inter Tight"/>
                <a:cs typeface="Inter Tight"/>
                <a:sym typeface="Inter Tight"/>
              </a:rPr>
              <a:t>for the given </a:t>
            </a:r>
            <a:endParaRPr sz="1700"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Inter Tight"/>
                <a:ea typeface="Inter Tight"/>
                <a:cs typeface="Inter Tight"/>
                <a:sym typeface="Inter Tight"/>
              </a:rPr>
              <a:t>task.</a:t>
            </a:r>
            <a:endParaRPr sz="1700"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7" name="Shape 1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8" name="Google Shape;1548;p149"/>
          <p:cNvSpPr txBox="1"/>
          <p:nvPr>
            <p:ph type="title"/>
          </p:nvPr>
        </p:nvSpPr>
        <p:spPr>
          <a:xfrm>
            <a:off x="311700" y="28626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2FAFF"/>
                </a:solidFill>
              </a:rPr>
              <a:t>Why do you need a harness?</a:t>
            </a:r>
            <a:endParaRPr>
              <a:solidFill>
                <a:srgbClr val="F2FAFF"/>
              </a:solidFill>
            </a:endParaRPr>
          </a:p>
        </p:txBody>
      </p:sp>
      <p:sp>
        <p:nvSpPr>
          <p:cNvPr id="1549" name="Google Shape;1549;p149"/>
          <p:cNvSpPr/>
          <p:nvPr/>
        </p:nvSpPr>
        <p:spPr>
          <a:xfrm>
            <a:off x="446175" y="1143975"/>
            <a:ext cx="3830700" cy="941700"/>
          </a:xfrm>
          <a:prstGeom prst="roundRect">
            <a:avLst>
              <a:gd fmla="val 4038" name="adj"/>
            </a:avLst>
          </a:prstGeom>
          <a:solidFill>
            <a:srgbClr val="0D1322"/>
          </a:solidFill>
          <a:ln cap="flat" cmpd="sng" w="9525">
            <a:solidFill>
              <a:srgbClr val="7F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550" name="Google Shape;1550;p149"/>
          <p:cNvSpPr txBox="1"/>
          <p:nvPr/>
        </p:nvSpPr>
        <p:spPr>
          <a:xfrm>
            <a:off x="618225" y="1309875"/>
            <a:ext cx="31311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625" lIns="30625" spcFirstLastPara="1" rIns="30625" wrap="square" tIns="30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74">
                <a:solidFill>
                  <a:srgbClr val="F2FAFF"/>
                </a:solidFill>
                <a:latin typeface="Inter Tight"/>
                <a:ea typeface="Inter Tight"/>
                <a:cs typeface="Inter Tight"/>
                <a:sym typeface="Inter Tight"/>
              </a:rPr>
              <a:t>Work in an environment where they can take actions</a:t>
            </a:r>
            <a:endParaRPr sz="1374">
              <a:solidFill>
                <a:srgbClr val="F2FAFF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551" name="Google Shape;1551;p149"/>
          <p:cNvSpPr/>
          <p:nvPr/>
        </p:nvSpPr>
        <p:spPr>
          <a:xfrm>
            <a:off x="446175" y="2370675"/>
            <a:ext cx="3830700" cy="941700"/>
          </a:xfrm>
          <a:prstGeom prst="roundRect">
            <a:avLst>
              <a:gd fmla="val 4038" name="adj"/>
            </a:avLst>
          </a:prstGeom>
          <a:solidFill>
            <a:srgbClr val="0D1322"/>
          </a:solidFill>
          <a:ln cap="flat" cmpd="sng" w="9525">
            <a:solidFill>
              <a:srgbClr val="7F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552" name="Google Shape;1552;p149"/>
          <p:cNvSpPr txBox="1"/>
          <p:nvPr/>
        </p:nvSpPr>
        <p:spPr>
          <a:xfrm>
            <a:off x="618225" y="2536575"/>
            <a:ext cx="31311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625" lIns="30625" spcFirstLastPara="1" rIns="30625" wrap="square" tIns="30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74">
                <a:solidFill>
                  <a:srgbClr val="F2FAFF"/>
                </a:solidFill>
                <a:latin typeface="Inter Tight"/>
                <a:ea typeface="Inter Tight"/>
                <a:cs typeface="Inter Tight"/>
                <a:sym typeface="Inter Tight"/>
              </a:rPr>
              <a:t>Manage growing context over long runs</a:t>
            </a:r>
            <a:endParaRPr sz="1374">
              <a:solidFill>
                <a:srgbClr val="F2FAFF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553" name="Google Shape;1553;p149"/>
          <p:cNvSpPr/>
          <p:nvPr/>
        </p:nvSpPr>
        <p:spPr>
          <a:xfrm>
            <a:off x="446175" y="3597375"/>
            <a:ext cx="3830700" cy="941700"/>
          </a:xfrm>
          <a:prstGeom prst="roundRect">
            <a:avLst>
              <a:gd fmla="val 4038" name="adj"/>
            </a:avLst>
          </a:prstGeom>
          <a:solidFill>
            <a:srgbClr val="0D1322"/>
          </a:solidFill>
          <a:ln cap="flat" cmpd="sng" w="9525">
            <a:solidFill>
              <a:srgbClr val="7F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554" name="Google Shape;1554;p149"/>
          <p:cNvSpPr txBox="1"/>
          <p:nvPr/>
        </p:nvSpPr>
        <p:spPr>
          <a:xfrm>
            <a:off x="618225" y="3763275"/>
            <a:ext cx="31311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625" lIns="30625" spcFirstLastPara="1" rIns="30625" wrap="square" tIns="30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74">
                <a:solidFill>
                  <a:srgbClr val="F2FAFF"/>
                </a:solidFill>
                <a:latin typeface="Inter Tight"/>
                <a:ea typeface="Inter Tight"/>
                <a:cs typeface="Inter Tight"/>
                <a:sym typeface="Inter Tight"/>
              </a:rPr>
              <a:t>Connect with a human in the loop</a:t>
            </a:r>
            <a:endParaRPr sz="1374">
              <a:solidFill>
                <a:srgbClr val="F2FAFF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555" name="Google Shape;1555;p149"/>
          <p:cNvSpPr/>
          <p:nvPr/>
        </p:nvSpPr>
        <p:spPr>
          <a:xfrm>
            <a:off x="4572000" y="1143975"/>
            <a:ext cx="3830700" cy="941700"/>
          </a:xfrm>
          <a:prstGeom prst="roundRect">
            <a:avLst>
              <a:gd fmla="val 4038" name="adj"/>
            </a:avLst>
          </a:prstGeom>
          <a:solidFill>
            <a:srgbClr val="0D1322"/>
          </a:solidFill>
          <a:ln cap="flat" cmpd="sng" w="9525">
            <a:solidFill>
              <a:srgbClr val="7F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556" name="Google Shape;1556;p149"/>
          <p:cNvSpPr txBox="1"/>
          <p:nvPr/>
        </p:nvSpPr>
        <p:spPr>
          <a:xfrm>
            <a:off x="4744050" y="1309875"/>
            <a:ext cx="31311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625" lIns="30625" spcFirstLastPara="1" rIns="30625" wrap="square" tIns="30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74">
                <a:solidFill>
                  <a:srgbClr val="F2FAFF"/>
                </a:solidFill>
                <a:latin typeface="Inter Tight"/>
                <a:ea typeface="Inter Tight"/>
                <a:cs typeface="Inter Tight"/>
                <a:sym typeface="Inter Tight"/>
              </a:rPr>
              <a:t>Connect to your data</a:t>
            </a:r>
            <a:endParaRPr sz="1374">
              <a:solidFill>
                <a:srgbClr val="F2FAFF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557" name="Google Shape;1557;p149"/>
          <p:cNvSpPr/>
          <p:nvPr/>
        </p:nvSpPr>
        <p:spPr>
          <a:xfrm>
            <a:off x="4572000" y="2370675"/>
            <a:ext cx="3830700" cy="941700"/>
          </a:xfrm>
          <a:prstGeom prst="roundRect">
            <a:avLst>
              <a:gd fmla="val 4038" name="adj"/>
            </a:avLst>
          </a:prstGeom>
          <a:solidFill>
            <a:srgbClr val="0D1322"/>
          </a:solidFill>
          <a:ln cap="flat" cmpd="sng" w="9525">
            <a:solidFill>
              <a:srgbClr val="7F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558" name="Google Shape;1558;p149"/>
          <p:cNvSpPr txBox="1"/>
          <p:nvPr/>
        </p:nvSpPr>
        <p:spPr>
          <a:xfrm>
            <a:off x="4744050" y="2536575"/>
            <a:ext cx="31311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625" lIns="30625" spcFirstLastPara="1" rIns="30625" wrap="square" tIns="30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74">
                <a:solidFill>
                  <a:srgbClr val="F2FAFF"/>
                </a:solidFill>
                <a:latin typeface="Inter Tight"/>
                <a:ea typeface="Inter Tight"/>
                <a:cs typeface="Inter Tight"/>
                <a:sym typeface="Inter Tight"/>
              </a:rPr>
              <a:t>Parallelize tasks</a:t>
            </a:r>
            <a:endParaRPr sz="1374">
              <a:solidFill>
                <a:srgbClr val="F2FAFF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559" name="Google Shape;1559;p149"/>
          <p:cNvSpPr/>
          <p:nvPr/>
        </p:nvSpPr>
        <p:spPr>
          <a:xfrm>
            <a:off x="4572000" y="3597375"/>
            <a:ext cx="3830700" cy="941700"/>
          </a:xfrm>
          <a:prstGeom prst="roundRect">
            <a:avLst>
              <a:gd fmla="val 4038" name="adj"/>
            </a:avLst>
          </a:prstGeom>
          <a:solidFill>
            <a:srgbClr val="0D1322"/>
          </a:solidFill>
          <a:ln cap="flat" cmpd="sng" w="9525">
            <a:solidFill>
              <a:srgbClr val="7F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560" name="Google Shape;1560;p149"/>
          <p:cNvSpPr txBox="1"/>
          <p:nvPr/>
        </p:nvSpPr>
        <p:spPr>
          <a:xfrm>
            <a:off x="4744050" y="3763275"/>
            <a:ext cx="31311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625" lIns="30625" spcFirstLastPara="1" rIns="30625" wrap="square" tIns="30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74">
                <a:solidFill>
                  <a:srgbClr val="F2FAFF"/>
                </a:solidFill>
                <a:latin typeface="Inter Tight"/>
                <a:ea typeface="Inter Tight"/>
                <a:cs typeface="Inter Tight"/>
                <a:sym typeface="Inter Tight"/>
              </a:rPr>
              <a:t>Improve over time</a:t>
            </a:r>
            <a:endParaRPr sz="1374">
              <a:solidFill>
                <a:srgbClr val="F2FAFF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4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p150"/>
          <p:cNvSpPr txBox="1"/>
          <p:nvPr>
            <p:ph idx="4294967295" type="body"/>
          </p:nvPr>
        </p:nvSpPr>
        <p:spPr>
          <a:xfrm>
            <a:off x="2271750" y="1439728"/>
            <a:ext cx="4600500" cy="9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92500"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32433"/>
              <a:buNone/>
            </a:pPr>
            <a:r>
              <a:rPr lang="en" sz="4000">
                <a:solidFill>
                  <a:srgbClr val="FBFBFB"/>
                </a:solidFill>
                <a:latin typeface="Inter Tight"/>
                <a:ea typeface="Inter Tight"/>
                <a:cs typeface="Inter Tight"/>
                <a:sym typeface="Inter Tight"/>
              </a:rPr>
              <a:t>What is Deep Agents?</a:t>
            </a:r>
            <a:endParaRPr sz="4000">
              <a:solidFill>
                <a:srgbClr val="FBFBFB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566" name="Google Shape;1566;p150"/>
          <p:cNvSpPr txBox="1"/>
          <p:nvPr/>
        </p:nvSpPr>
        <p:spPr>
          <a:xfrm>
            <a:off x="1673213" y="2779513"/>
            <a:ext cx="1342200" cy="6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" sz="2900" u="none" cap="none" strike="noStrike">
                <a:solidFill>
                  <a:srgbClr val="CCE9FF"/>
                </a:solidFill>
                <a:latin typeface="IBM Plex Mono"/>
                <a:ea typeface="IBM Plex Mono"/>
                <a:cs typeface="IBM Plex Mono"/>
                <a:sym typeface="IBM Plex Mono"/>
              </a:rPr>
              <a:t>Agent</a:t>
            </a:r>
            <a:endParaRPr b="0" i="0" sz="2900" u="none" cap="none" strike="noStrike">
              <a:solidFill>
                <a:srgbClr val="CCE9FF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567" name="Google Shape;1567;p150"/>
          <p:cNvSpPr txBox="1"/>
          <p:nvPr/>
        </p:nvSpPr>
        <p:spPr>
          <a:xfrm>
            <a:off x="3149201" y="2779513"/>
            <a:ext cx="492600" cy="6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" sz="2900" u="none" cap="none" strike="noStrike">
                <a:solidFill>
                  <a:srgbClr val="CCE9FF"/>
                </a:solidFill>
                <a:latin typeface="IBM Plex Mono"/>
                <a:ea typeface="IBM Plex Mono"/>
                <a:cs typeface="IBM Plex Mono"/>
                <a:sym typeface="IBM Plex Mono"/>
              </a:rPr>
              <a:t>=</a:t>
            </a:r>
            <a:endParaRPr b="0" i="0" sz="2900" u="none" cap="none" strike="noStrike">
              <a:solidFill>
                <a:srgbClr val="CCE9FF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568" name="Google Shape;1568;p150"/>
          <p:cNvSpPr txBox="1"/>
          <p:nvPr/>
        </p:nvSpPr>
        <p:spPr>
          <a:xfrm>
            <a:off x="3775588" y="2779513"/>
            <a:ext cx="1342200" cy="6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" sz="2900" u="none" cap="none" strike="noStrike">
                <a:solidFill>
                  <a:srgbClr val="CCE9FF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Model</a:t>
            </a:r>
            <a:endParaRPr b="0" i="0" sz="2900" u="none" cap="none" strike="noStrike">
              <a:solidFill>
                <a:srgbClr val="CCE9FF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569" name="Google Shape;1569;p150"/>
          <p:cNvSpPr txBox="1"/>
          <p:nvPr/>
        </p:nvSpPr>
        <p:spPr>
          <a:xfrm>
            <a:off x="5251576" y="2779513"/>
            <a:ext cx="492600" cy="6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" sz="2900" u="none" cap="none" strike="noStrike">
                <a:solidFill>
                  <a:srgbClr val="CCE9FF"/>
                </a:solidFill>
                <a:latin typeface="IBM Plex Mono"/>
                <a:ea typeface="IBM Plex Mono"/>
                <a:cs typeface="IBM Plex Mono"/>
                <a:sym typeface="IBM Plex Mono"/>
              </a:rPr>
              <a:t>+</a:t>
            </a:r>
            <a:endParaRPr b="0" i="0" sz="2900" u="none" cap="none" strike="noStrike">
              <a:solidFill>
                <a:srgbClr val="CCE9FF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570" name="Google Shape;1570;p150"/>
          <p:cNvSpPr txBox="1"/>
          <p:nvPr/>
        </p:nvSpPr>
        <p:spPr>
          <a:xfrm>
            <a:off x="5877974" y="2779525"/>
            <a:ext cx="1770600" cy="6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" sz="2900" u="none" cap="none" strike="noStrike">
                <a:solidFill>
                  <a:srgbClr val="CCE9FF"/>
                </a:solidFill>
                <a:latin typeface="IBM Plex Mono"/>
                <a:ea typeface="IBM Plex Mono"/>
                <a:cs typeface="IBM Plex Mono"/>
                <a:sym typeface="IBM Plex Mono"/>
              </a:rPr>
              <a:t>Harness</a:t>
            </a:r>
            <a:endParaRPr b="0" i="0" sz="2900" u="none" cap="none" strike="noStrike">
              <a:solidFill>
                <a:srgbClr val="CCE9FF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4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p151"/>
          <p:cNvSpPr txBox="1"/>
          <p:nvPr>
            <p:ph idx="4294967295" type="body"/>
          </p:nvPr>
        </p:nvSpPr>
        <p:spPr>
          <a:xfrm>
            <a:off x="2271750" y="1439728"/>
            <a:ext cx="4600500" cy="9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92500"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32433"/>
              <a:buNone/>
            </a:pPr>
            <a:r>
              <a:rPr lang="en" sz="4000">
                <a:solidFill>
                  <a:srgbClr val="FBFBFB"/>
                </a:solidFill>
                <a:latin typeface="Inter Tight"/>
                <a:ea typeface="Inter Tight"/>
                <a:cs typeface="Inter Tight"/>
                <a:sym typeface="Inter Tight"/>
              </a:rPr>
              <a:t>What is </a:t>
            </a:r>
            <a:r>
              <a:rPr lang="en" sz="4000">
                <a:solidFill>
                  <a:srgbClr val="FBFBFB"/>
                </a:solidFill>
                <a:highlight>
                  <a:srgbClr val="2F4B68"/>
                </a:highlight>
                <a:latin typeface="Inter Tight"/>
                <a:ea typeface="Inter Tight"/>
                <a:cs typeface="Inter Tight"/>
                <a:sym typeface="Inter Tight"/>
              </a:rPr>
              <a:t>Deep Agents</a:t>
            </a:r>
            <a:r>
              <a:rPr lang="en" sz="4000">
                <a:solidFill>
                  <a:srgbClr val="FBFBFB"/>
                </a:solidFill>
                <a:latin typeface="Inter Tight"/>
                <a:ea typeface="Inter Tight"/>
                <a:cs typeface="Inter Tight"/>
                <a:sym typeface="Inter Tight"/>
              </a:rPr>
              <a:t>?</a:t>
            </a:r>
            <a:endParaRPr sz="4000">
              <a:solidFill>
                <a:srgbClr val="FBFBFB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576" name="Google Shape;1576;p151"/>
          <p:cNvSpPr txBox="1"/>
          <p:nvPr/>
        </p:nvSpPr>
        <p:spPr>
          <a:xfrm>
            <a:off x="1673213" y="2779513"/>
            <a:ext cx="1342200" cy="6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" sz="2900" u="none" cap="none" strike="noStrike">
                <a:solidFill>
                  <a:srgbClr val="CCE9FF"/>
                </a:solidFill>
                <a:latin typeface="IBM Plex Mono"/>
                <a:ea typeface="IBM Plex Mono"/>
                <a:cs typeface="IBM Plex Mono"/>
                <a:sym typeface="IBM Plex Mono"/>
              </a:rPr>
              <a:t>Agent</a:t>
            </a:r>
            <a:endParaRPr b="0" i="0" sz="2900" u="none" cap="none" strike="noStrike">
              <a:solidFill>
                <a:srgbClr val="CCE9FF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577" name="Google Shape;1577;p151"/>
          <p:cNvSpPr txBox="1"/>
          <p:nvPr/>
        </p:nvSpPr>
        <p:spPr>
          <a:xfrm>
            <a:off x="3149201" y="2779513"/>
            <a:ext cx="492600" cy="6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" sz="2900" u="none" cap="none" strike="noStrike">
                <a:solidFill>
                  <a:srgbClr val="CCE9FF"/>
                </a:solidFill>
                <a:latin typeface="IBM Plex Mono"/>
                <a:ea typeface="IBM Plex Mono"/>
                <a:cs typeface="IBM Plex Mono"/>
                <a:sym typeface="IBM Plex Mono"/>
              </a:rPr>
              <a:t>=</a:t>
            </a:r>
            <a:endParaRPr b="0" i="0" sz="2900" u="none" cap="none" strike="noStrike">
              <a:solidFill>
                <a:srgbClr val="CCE9FF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578" name="Google Shape;1578;p151"/>
          <p:cNvSpPr txBox="1"/>
          <p:nvPr/>
        </p:nvSpPr>
        <p:spPr>
          <a:xfrm>
            <a:off x="3775588" y="2779513"/>
            <a:ext cx="1342200" cy="6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" sz="2900" u="none" cap="none" strike="noStrike">
                <a:solidFill>
                  <a:srgbClr val="CCE9FF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Model</a:t>
            </a:r>
            <a:endParaRPr b="0" i="0" sz="2900" u="none" cap="none" strike="noStrike">
              <a:solidFill>
                <a:srgbClr val="CCE9FF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579" name="Google Shape;1579;p151"/>
          <p:cNvSpPr txBox="1"/>
          <p:nvPr/>
        </p:nvSpPr>
        <p:spPr>
          <a:xfrm>
            <a:off x="5251588" y="2779513"/>
            <a:ext cx="492600" cy="6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" sz="2900" u="none" cap="none" strike="noStrike">
                <a:solidFill>
                  <a:srgbClr val="CCE9FF"/>
                </a:solidFill>
                <a:latin typeface="IBM Plex Mono"/>
                <a:ea typeface="IBM Plex Mono"/>
                <a:cs typeface="IBM Plex Mono"/>
                <a:sym typeface="IBM Plex Mono"/>
              </a:rPr>
              <a:t>+</a:t>
            </a:r>
            <a:endParaRPr b="0" i="0" sz="2900" u="none" cap="none" strike="noStrike">
              <a:solidFill>
                <a:srgbClr val="CCE9FF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580" name="Google Shape;1580;p151"/>
          <p:cNvSpPr txBox="1"/>
          <p:nvPr/>
        </p:nvSpPr>
        <p:spPr>
          <a:xfrm>
            <a:off x="5877974" y="2779525"/>
            <a:ext cx="1770600" cy="6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" sz="2900" u="none" cap="none" strike="noStrike">
                <a:solidFill>
                  <a:srgbClr val="CCE9FF"/>
                </a:solidFill>
                <a:latin typeface="IBM Plex Mono"/>
                <a:ea typeface="IBM Plex Mono"/>
                <a:cs typeface="IBM Plex Mono"/>
                <a:sym typeface="IBM Plex Mono"/>
              </a:rPr>
              <a:t>Harness</a:t>
            </a:r>
            <a:endParaRPr b="0" i="0" sz="2900" u="none" cap="none" strike="noStrike">
              <a:solidFill>
                <a:srgbClr val="CCE9FF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581" name="Google Shape;1581;p151"/>
          <p:cNvSpPr txBox="1"/>
          <p:nvPr/>
        </p:nvSpPr>
        <p:spPr>
          <a:xfrm>
            <a:off x="5838507" y="2773775"/>
            <a:ext cx="2513400" cy="6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" sz="2900" u="none" cap="none" strike="noStrike">
                <a:solidFill>
                  <a:schemeClr val="lt1"/>
                </a:solidFill>
                <a:highlight>
                  <a:srgbClr val="2F4B68"/>
                </a:highlight>
                <a:latin typeface="IBM Plex Mono"/>
                <a:ea typeface="IBM Plex Mono"/>
                <a:cs typeface="IBM Plex Mono"/>
                <a:sym typeface="IBM Plex Mono"/>
              </a:rPr>
              <a:t>DA Harness</a:t>
            </a:r>
            <a:endParaRPr b="0" i="0" sz="2900" u="none" cap="none" strike="noStrike">
              <a:solidFill>
                <a:schemeClr val="lt1"/>
              </a:solidFill>
              <a:highlight>
                <a:srgbClr val="2F4B68"/>
              </a:highlight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15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15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15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15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5" name="Shape 1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6" name="Google Shape;1586;p152"/>
          <p:cNvSpPr txBox="1"/>
          <p:nvPr/>
        </p:nvSpPr>
        <p:spPr>
          <a:xfrm>
            <a:off x="232200" y="1682775"/>
            <a:ext cx="3492000" cy="9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76100" lIns="76100" spcFirstLastPara="1" rIns="76100" wrap="square" tIns="76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97">
                <a:solidFill>
                  <a:srgbClr val="F2FAFF"/>
                </a:solidFill>
                <a:latin typeface="Inter Tight"/>
                <a:ea typeface="Inter Tight"/>
                <a:cs typeface="Inter Tight"/>
                <a:sym typeface="Inter Tight"/>
              </a:rPr>
              <a:t>What is Deep Agents?</a:t>
            </a:r>
            <a:endParaRPr sz="2497">
              <a:solidFill>
                <a:srgbClr val="F2FAFF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98">
              <a:solidFill>
                <a:srgbClr val="7FC8FF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587" name="Google Shape;1587;p152"/>
          <p:cNvSpPr txBox="1"/>
          <p:nvPr/>
        </p:nvSpPr>
        <p:spPr>
          <a:xfrm>
            <a:off x="232200" y="2457225"/>
            <a:ext cx="3244800" cy="10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76100" lIns="76100" spcFirstLastPara="1" rIns="76100" wrap="square" tIns="76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7FC8FF"/>
                </a:solidFill>
                <a:latin typeface="Inter Tight"/>
                <a:ea typeface="Inter Tight"/>
                <a:cs typeface="Inter Tight"/>
                <a:sym typeface="Inter Tight"/>
              </a:rPr>
              <a:t>A customizable agent harness purpose built for complex, real-world tasks.</a:t>
            </a:r>
            <a:endParaRPr sz="2000">
              <a:solidFill>
                <a:srgbClr val="7FC8FF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98">
              <a:solidFill>
                <a:srgbClr val="7FC8FF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cxnSp>
        <p:nvCxnSpPr>
          <p:cNvPr id="1588" name="Google Shape;1588;p152"/>
          <p:cNvCxnSpPr/>
          <p:nvPr/>
        </p:nvCxnSpPr>
        <p:spPr>
          <a:xfrm>
            <a:off x="4275050" y="1127100"/>
            <a:ext cx="0" cy="2889300"/>
          </a:xfrm>
          <a:prstGeom prst="straightConnector1">
            <a:avLst/>
          </a:prstGeom>
          <a:noFill/>
          <a:ln cap="flat" cmpd="sng" w="9525">
            <a:solidFill>
              <a:srgbClr val="2F4B6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89" name="Google Shape;1589;p152" title="401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6312" y="773744"/>
            <a:ext cx="3630648" cy="36306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3" name="Shape 1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Google Shape;1594;p153"/>
          <p:cNvSpPr txBox="1"/>
          <p:nvPr>
            <p:ph type="title"/>
          </p:nvPr>
        </p:nvSpPr>
        <p:spPr>
          <a:xfrm>
            <a:off x="311700" y="286275"/>
            <a:ext cx="4434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2FAFF"/>
                </a:solidFill>
              </a:rPr>
              <a:t>Why Deep Agents?</a:t>
            </a:r>
            <a:endParaRPr>
              <a:solidFill>
                <a:srgbClr val="F2FAFF"/>
              </a:solidFill>
            </a:endParaRPr>
          </a:p>
        </p:txBody>
      </p:sp>
      <p:sp>
        <p:nvSpPr>
          <p:cNvPr id="1595" name="Google Shape;1595;p153"/>
          <p:cNvSpPr/>
          <p:nvPr/>
        </p:nvSpPr>
        <p:spPr>
          <a:xfrm>
            <a:off x="446175" y="1216275"/>
            <a:ext cx="2624100" cy="3389400"/>
          </a:xfrm>
          <a:prstGeom prst="roundRect">
            <a:avLst>
              <a:gd fmla="val 4038" name="adj"/>
            </a:avLst>
          </a:prstGeom>
          <a:solidFill>
            <a:srgbClr val="0D1322"/>
          </a:solidFill>
          <a:ln cap="flat" cmpd="sng" w="9525">
            <a:solidFill>
              <a:srgbClr val="7F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596" name="Google Shape;1596;p153"/>
          <p:cNvSpPr/>
          <p:nvPr/>
        </p:nvSpPr>
        <p:spPr>
          <a:xfrm>
            <a:off x="3259950" y="1216275"/>
            <a:ext cx="2624100" cy="3389400"/>
          </a:xfrm>
          <a:prstGeom prst="roundRect">
            <a:avLst>
              <a:gd fmla="val 4038" name="adj"/>
            </a:avLst>
          </a:prstGeom>
          <a:solidFill>
            <a:srgbClr val="0D1322"/>
          </a:solidFill>
          <a:ln cap="flat" cmpd="sng" w="9525">
            <a:solidFill>
              <a:srgbClr val="7F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597" name="Google Shape;1597;p153"/>
          <p:cNvSpPr/>
          <p:nvPr/>
        </p:nvSpPr>
        <p:spPr>
          <a:xfrm>
            <a:off x="6073725" y="1216275"/>
            <a:ext cx="2624100" cy="3389400"/>
          </a:xfrm>
          <a:prstGeom prst="roundRect">
            <a:avLst>
              <a:gd fmla="val 4038" name="adj"/>
            </a:avLst>
          </a:prstGeom>
          <a:solidFill>
            <a:srgbClr val="0D1322"/>
          </a:solidFill>
          <a:ln cap="flat" cmpd="sng" w="9525">
            <a:solidFill>
              <a:srgbClr val="7F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598" name="Google Shape;1598;p153"/>
          <p:cNvSpPr txBox="1"/>
          <p:nvPr/>
        </p:nvSpPr>
        <p:spPr>
          <a:xfrm>
            <a:off x="601575" y="3041634"/>
            <a:ext cx="5844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6100" lIns="76100" spcFirstLastPara="1" rIns="76100" wrap="square" tIns="76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7FC8FF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  <a:endParaRPr sz="2200">
              <a:solidFill>
                <a:srgbClr val="7FC8FF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7FC8FF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599" name="Google Shape;1599;p153"/>
          <p:cNvSpPr txBox="1"/>
          <p:nvPr/>
        </p:nvSpPr>
        <p:spPr>
          <a:xfrm>
            <a:off x="601575" y="3493375"/>
            <a:ext cx="2313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76100" lIns="76100" spcFirstLastPara="1" rIns="76100" wrap="square" tIns="76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7FC8FF"/>
                </a:solidFill>
                <a:latin typeface="Inter Tight"/>
                <a:ea typeface="Inter Tight"/>
                <a:cs typeface="Inter Tight"/>
                <a:sym typeface="Inter Tight"/>
              </a:rPr>
              <a:t>Provider agnostic</a:t>
            </a:r>
            <a:endParaRPr sz="2200">
              <a:solidFill>
                <a:srgbClr val="7FC8FF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7FC8FF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600" name="Google Shape;1600;p153"/>
          <p:cNvSpPr txBox="1"/>
          <p:nvPr/>
        </p:nvSpPr>
        <p:spPr>
          <a:xfrm>
            <a:off x="3415350" y="3041634"/>
            <a:ext cx="5844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6100" lIns="76100" spcFirstLastPara="1" rIns="76100" wrap="square" tIns="76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7FC8FF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  <a:endParaRPr sz="2200">
              <a:solidFill>
                <a:srgbClr val="7FC8FF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7FC8FF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601" name="Google Shape;1601;p153"/>
          <p:cNvSpPr txBox="1"/>
          <p:nvPr/>
        </p:nvSpPr>
        <p:spPr>
          <a:xfrm>
            <a:off x="3415350" y="3493375"/>
            <a:ext cx="2313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76100" lIns="76100" spcFirstLastPara="1" rIns="76100" wrap="square" tIns="76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7FC8FF"/>
                </a:solidFill>
                <a:latin typeface="Inter Tight"/>
                <a:ea typeface="Inter Tight"/>
                <a:cs typeface="Inter Tight"/>
                <a:sym typeface="Inter Tight"/>
              </a:rPr>
              <a:t>Highly customizable</a:t>
            </a:r>
            <a:endParaRPr sz="2200">
              <a:solidFill>
                <a:srgbClr val="7FC8FF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7FC8FF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602" name="Google Shape;1602;p153"/>
          <p:cNvSpPr txBox="1"/>
          <p:nvPr/>
        </p:nvSpPr>
        <p:spPr>
          <a:xfrm>
            <a:off x="6229125" y="2985609"/>
            <a:ext cx="5844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6100" lIns="76100" spcFirstLastPara="1" rIns="76100" wrap="square" tIns="76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7FC8FF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  <a:endParaRPr sz="2200">
              <a:solidFill>
                <a:srgbClr val="7FC8FF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7FC8FF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603" name="Google Shape;1603;p153"/>
          <p:cNvSpPr txBox="1"/>
          <p:nvPr/>
        </p:nvSpPr>
        <p:spPr>
          <a:xfrm>
            <a:off x="6229125" y="3437350"/>
            <a:ext cx="2313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76100" lIns="76100" spcFirstLastPara="1" rIns="76100" wrap="square" tIns="76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7FC8FF"/>
                </a:solidFill>
                <a:latin typeface="Inter Tight"/>
                <a:ea typeface="Inter Tight"/>
                <a:cs typeface="Inter Tight"/>
                <a:sym typeface="Inter Tight"/>
              </a:rPr>
              <a:t>Production ready</a:t>
            </a:r>
            <a:endParaRPr sz="2200">
              <a:solidFill>
                <a:srgbClr val="7FC8FF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7FC8FF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7" name="Shape 1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8" name="Google Shape;1608;p154"/>
          <p:cNvSpPr txBox="1"/>
          <p:nvPr>
            <p:ph type="title"/>
          </p:nvPr>
        </p:nvSpPr>
        <p:spPr>
          <a:xfrm>
            <a:off x="311700" y="286275"/>
            <a:ext cx="4434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2FAFF"/>
                </a:solidFill>
              </a:rPr>
              <a:t>Why Deep Agents?</a:t>
            </a:r>
            <a:endParaRPr>
              <a:solidFill>
                <a:srgbClr val="F2FAFF"/>
              </a:solidFill>
            </a:endParaRPr>
          </a:p>
        </p:txBody>
      </p:sp>
      <p:sp>
        <p:nvSpPr>
          <p:cNvPr id="1609" name="Google Shape;1609;p154"/>
          <p:cNvSpPr/>
          <p:nvPr/>
        </p:nvSpPr>
        <p:spPr>
          <a:xfrm>
            <a:off x="446175" y="1216275"/>
            <a:ext cx="2624100" cy="3389400"/>
          </a:xfrm>
          <a:prstGeom prst="roundRect">
            <a:avLst>
              <a:gd fmla="val 4038" name="adj"/>
            </a:avLst>
          </a:prstGeom>
          <a:solidFill>
            <a:srgbClr val="0D1322"/>
          </a:solidFill>
          <a:ln cap="flat" cmpd="sng" w="9525">
            <a:solidFill>
              <a:srgbClr val="7F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610" name="Google Shape;1610;p154"/>
          <p:cNvSpPr txBox="1"/>
          <p:nvPr/>
        </p:nvSpPr>
        <p:spPr>
          <a:xfrm>
            <a:off x="601575" y="3041634"/>
            <a:ext cx="5844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6100" lIns="76100" spcFirstLastPara="1" rIns="76100" wrap="square" tIns="76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7FC8FF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  <a:endParaRPr sz="2200">
              <a:solidFill>
                <a:srgbClr val="7FC8FF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7FC8FF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611" name="Google Shape;1611;p154"/>
          <p:cNvSpPr txBox="1"/>
          <p:nvPr/>
        </p:nvSpPr>
        <p:spPr>
          <a:xfrm>
            <a:off x="601575" y="3493375"/>
            <a:ext cx="2313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76100" lIns="76100" spcFirstLastPara="1" rIns="76100" wrap="square" tIns="76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7FC8FF"/>
                </a:solidFill>
                <a:latin typeface="Inter Tight"/>
                <a:ea typeface="Inter Tight"/>
                <a:cs typeface="Inter Tight"/>
                <a:sym typeface="Inter Tight"/>
              </a:rPr>
              <a:t>Provider agnostic</a:t>
            </a:r>
            <a:endParaRPr sz="2200">
              <a:solidFill>
                <a:srgbClr val="7FC8FF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7FC8FF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612" name="Google Shape;1612;p154"/>
          <p:cNvSpPr/>
          <p:nvPr/>
        </p:nvSpPr>
        <p:spPr>
          <a:xfrm>
            <a:off x="3259950" y="1216275"/>
            <a:ext cx="2624100" cy="3389400"/>
          </a:xfrm>
          <a:prstGeom prst="roundRect">
            <a:avLst>
              <a:gd fmla="val 4038" name="adj"/>
            </a:avLst>
          </a:prstGeom>
          <a:solidFill>
            <a:srgbClr val="030710"/>
          </a:solidFill>
          <a:ln cap="flat" cmpd="sng" w="9525">
            <a:solidFill>
              <a:srgbClr val="161F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613" name="Google Shape;1613;p154"/>
          <p:cNvSpPr/>
          <p:nvPr/>
        </p:nvSpPr>
        <p:spPr>
          <a:xfrm>
            <a:off x="6073725" y="1216275"/>
            <a:ext cx="2624100" cy="3389400"/>
          </a:xfrm>
          <a:prstGeom prst="roundRect">
            <a:avLst>
              <a:gd fmla="val 4038" name="adj"/>
            </a:avLst>
          </a:prstGeom>
          <a:solidFill>
            <a:srgbClr val="030710"/>
          </a:solidFill>
          <a:ln cap="flat" cmpd="sng" w="9525">
            <a:solidFill>
              <a:srgbClr val="161F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614" name="Google Shape;1614;p154"/>
          <p:cNvSpPr txBox="1"/>
          <p:nvPr/>
        </p:nvSpPr>
        <p:spPr>
          <a:xfrm>
            <a:off x="3415350" y="3041634"/>
            <a:ext cx="5844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6100" lIns="76100" spcFirstLastPara="1" rIns="76100" wrap="square" tIns="76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61F34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  <a:endParaRPr sz="2200">
              <a:solidFill>
                <a:srgbClr val="161F34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161F34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615" name="Google Shape;1615;p154"/>
          <p:cNvSpPr txBox="1"/>
          <p:nvPr/>
        </p:nvSpPr>
        <p:spPr>
          <a:xfrm>
            <a:off x="3415350" y="3493375"/>
            <a:ext cx="2313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76100" lIns="76100" spcFirstLastPara="1" rIns="76100" wrap="square" tIns="76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61F34"/>
                </a:solidFill>
                <a:latin typeface="Inter Tight"/>
                <a:ea typeface="Inter Tight"/>
                <a:cs typeface="Inter Tight"/>
                <a:sym typeface="Inter Tight"/>
              </a:rPr>
              <a:t>Highly customizable</a:t>
            </a:r>
            <a:endParaRPr sz="2200">
              <a:solidFill>
                <a:srgbClr val="161F34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161F34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616" name="Google Shape;1616;p154"/>
          <p:cNvSpPr txBox="1"/>
          <p:nvPr/>
        </p:nvSpPr>
        <p:spPr>
          <a:xfrm>
            <a:off x="6229125" y="2985609"/>
            <a:ext cx="5844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6100" lIns="76100" spcFirstLastPara="1" rIns="76100" wrap="square" tIns="76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61F34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  <a:endParaRPr sz="2200">
              <a:solidFill>
                <a:srgbClr val="161F34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161F34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617" name="Google Shape;1617;p154"/>
          <p:cNvSpPr txBox="1"/>
          <p:nvPr/>
        </p:nvSpPr>
        <p:spPr>
          <a:xfrm>
            <a:off x="6229125" y="3437350"/>
            <a:ext cx="2313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76100" lIns="76100" spcFirstLastPara="1" rIns="76100" wrap="square" tIns="76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61F34"/>
                </a:solidFill>
                <a:latin typeface="Inter Tight"/>
                <a:ea typeface="Inter Tight"/>
                <a:cs typeface="Inter Tight"/>
                <a:sym typeface="Inter Tight"/>
              </a:rPr>
              <a:t>Production ready</a:t>
            </a:r>
            <a:endParaRPr sz="2200">
              <a:solidFill>
                <a:srgbClr val="161F34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161F34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1" name="Shape 1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Google Shape;1622;p155"/>
          <p:cNvSpPr txBox="1"/>
          <p:nvPr>
            <p:ph type="title"/>
          </p:nvPr>
        </p:nvSpPr>
        <p:spPr>
          <a:xfrm>
            <a:off x="311700" y="286275"/>
            <a:ext cx="4434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80C7FF"/>
                </a:solidFill>
              </a:rPr>
              <a:t>Provider agnostic</a:t>
            </a:r>
            <a:endParaRPr>
              <a:solidFill>
                <a:srgbClr val="80C7FF"/>
              </a:solidFill>
            </a:endParaRPr>
          </a:p>
        </p:txBody>
      </p:sp>
      <p:pic>
        <p:nvPicPr>
          <p:cNvPr id="1623" name="Google Shape;1623;p155" title="Group 21472393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100" y="1011375"/>
            <a:ext cx="8801812" cy="3979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7" name="Shape 1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" name="Google Shape;1628;p156"/>
          <p:cNvSpPr txBox="1"/>
          <p:nvPr>
            <p:ph type="title"/>
          </p:nvPr>
        </p:nvSpPr>
        <p:spPr>
          <a:xfrm>
            <a:off x="311700" y="286275"/>
            <a:ext cx="4434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2FAFF"/>
                </a:solidFill>
              </a:rPr>
              <a:t>Why Deep Agents?</a:t>
            </a:r>
            <a:endParaRPr>
              <a:solidFill>
                <a:srgbClr val="F2FAFF"/>
              </a:solidFill>
            </a:endParaRPr>
          </a:p>
        </p:txBody>
      </p:sp>
      <p:sp>
        <p:nvSpPr>
          <p:cNvPr id="1629" name="Google Shape;1629;p156"/>
          <p:cNvSpPr/>
          <p:nvPr/>
        </p:nvSpPr>
        <p:spPr>
          <a:xfrm>
            <a:off x="3259950" y="1216275"/>
            <a:ext cx="2624100" cy="3389400"/>
          </a:xfrm>
          <a:prstGeom prst="roundRect">
            <a:avLst>
              <a:gd fmla="val 4038" name="adj"/>
            </a:avLst>
          </a:prstGeom>
          <a:solidFill>
            <a:srgbClr val="0D1322"/>
          </a:solidFill>
          <a:ln cap="flat" cmpd="sng" w="9525">
            <a:solidFill>
              <a:srgbClr val="7F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630" name="Google Shape;1630;p156"/>
          <p:cNvSpPr txBox="1"/>
          <p:nvPr/>
        </p:nvSpPr>
        <p:spPr>
          <a:xfrm>
            <a:off x="3415350" y="3041634"/>
            <a:ext cx="5844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6100" lIns="76100" spcFirstLastPara="1" rIns="76100" wrap="square" tIns="76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7FC8FF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  <a:endParaRPr sz="2200">
              <a:solidFill>
                <a:srgbClr val="7FC8FF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7FC8FF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631" name="Google Shape;1631;p156"/>
          <p:cNvSpPr txBox="1"/>
          <p:nvPr/>
        </p:nvSpPr>
        <p:spPr>
          <a:xfrm>
            <a:off x="3415350" y="3493375"/>
            <a:ext cx="2313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76100" lIns="76100" spcFirstLastPara="1" rIns="76100" wrap="square" tIns="76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7FC8FF"/>
                </a:solidFill>
                <a:latin typeface="Inter Tight"/>
                <a:ea typeface="Inter Tight"/>
                <a:cs typeface="Inter Tight"/>
                <a:sym typeface="Inter Tight"/>
              </a:rPr>
              <a:t>Highly customizable</a:t>
            </a:r>
            <a:endParaRPr sz="2200">
              <a:solidFill>
                <a:srgbClr val="7FC8FF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7FC8FF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632" name="Google Shape;1632;p156"/>
          <p:cNvSpPr/>
          <p:nvPr/>
        </p:nvSpPr>
        <p:spPr>
          <a:xfrm>
            <a:off x="446175" y="1216275"/>
            <a:ext cx="2624100" cy="3389400"/>
          </a:xfrm>
          <a:prstGeom prst="roundRect">
            <a:avLst>
              <a:gd fmla="val 4038" name="adj"/>
            </a:avLst>
          </a:prstGeom>
          <a:solidFill>
            <a:srgbClr val="030710"/>
          </a:solidFill>
          <a:ln cap="flat" cmpd="sng" w="9525">
            <a:solidFill>
              <a:srgbClr val="161F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633" name="Google Shape;1633;p156"/>
          <p:cNvSpPr txBox="1"/>
          <p:nvPr/>
        </p:nvSpPr>
        <p:spPr>
          <a:xfrm>
            <a:off x="601575" y="3041634"/>
            <a:ext cx="5844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6100" lIns="76100" spcFirstLastPara="1" rIns="76100" wrap="square" tIns="76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61F34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  <a:endParaRPr sz="2200">
              <a:solidFill>
                <a:srgbClr val="161F34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161F34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634" name="Google Shape;1634;p156"/>
          <p:cNvSpPr txBox="1"/>
          <p:nvPr/>
        </p:nvSpPr>
        <p:spPr>
          <a:xfrm>
            <a:off x="601575" y="3493375"/>
            <a:ext cx="2313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76100" lIns="76100" spcFirstLastPara="1" rIns="76100" wrap="square" tIns="76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61F34"/>
                </a:solidFill>
                <a:latin typeface="Inter Tight"/>
                <a:ea typeface="Inter Tight"/>
                <a:cs typeface="Inter Tight"/>
                <a:sym typeface="Inter Tight"/>
              </a:rPr>
              <a:t>Provider agnostic</a:t>
            </a:r>
            <a:endParaRPr sz="2200">
              <a:solidFill>
                <a:srgbClr val="161F34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161F34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635" name="Google Shape;1635;p156"/>
          <p:cNvSpPr/>
          <p:nvPr/>
        </p:nvSpPr>
        <p:spPr>
          <a:xfrm>
            <a:off x="6073725" y="1216275"/>
            <a:ext cx="2624100" cy="3389400"/>
          </a:xfrm>
          <a:prstGeom prst="roundRect">
            <a:avLst>
              <a:gd fmla="val 4038" name="adj"/>
            </a:avLst>
          </a:prstGeom>
          <a:solidFill>
            <a:srgbClr val="030710"/>
          </a:solidFill>
          <a:ln cap="flat" cmpd="sng" w="9525">
            <a:solidFill>
              <a:srgbClr val="161F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636" name="Google Shape;1636;p156"/>
          <p:cNvSpPr txBox="1"/>
          <p:nvPr/>
        </p:nvSpPr>
        <p:spPr>
          <a:xfrm>
            <a:off x="6229125" y="2985609"/>
            <a:ext cx="5844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6100" lIns="76100" spcFirstLastPara="1" rIns="76100" wrap="square" tIns="76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61F34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  <a:endParaRPr sz="2200">
              <a:solidFill>
                <a:srgbClr val="161F34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161F34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637" name="Google Shape;1637;p156"/>
          <p:cNvSpPr txBox="1"/>
          <p:nvPr/>
        </p:nvSpPr>
        <p:spPr>
          <a:xfrm>
            <a:off x="6229125" y="3437350"/>
            <a:ext cx="2313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76100" lIns="76100" spcFirstLastPara="1" rIns="76100" wrap="square" tIns="76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61F34"/>
                </a:solidFill>
                <a:latin typeface="Inter Tight"/>
                <a:ea typeface="Inter Tight"/>
                <a:cs typeface="Inter Tight"/>
                <a:sym typeface="Inter Tight"/>
              </a:rPr>
              <a:t>Production ready</a:t>
            </a:r>
            <a:endParaRPr sz="2200">
              <a:solidFill>
                <a:srgbClr val="161F34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161F34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1" name="Shape 1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" name="Google Shape;1642;p157"/>
          <p:cNvSpPr txBox="1"/>
          <p:nvPr>
            <p:ph type="title"/>
          </p:nvPr>
        </p:nvSpPr>
        <p:spPr>
          <a:xfrm>
            <a:off x="311700" y="28626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80C7FF"/>
                </a:solidFill>
              </a:rPr>
              <a:t>Base Deep Agents harness</a:t>
            </a:r>
            <a:endParaRPr>
              <a:solidFill>
                <a:srgbClr val="80C7FF"/>
              </a:solidFill>
            </a:endParaRPr>
          </a:p>
        </p:txBody>
      </p:sp>
      <p:sp>
        <p:nvSpPr>
          <p:cNvPr id="1643" name="Google Shape;1643;p157"/>
          <p:cNvSpPr/>
          <p:nvPr/>
        </p:nvSpPr>
        <p:spPr>
          <a:xfrm>
            <a:off x="4835600" y="370688"/>
            <a:ext cx="2284200" cy="451500"/>
          </a:xfrm>
          <a:prstGeom prst="roundRect">
            <a:avLst>
              <a:gd fmla="val 4038" name="adj"/>
            </a:avLst>
          </a:prstGeom>
          <a:solidFill>
            <a:srgbClr val="0D1322"/>
          </a:solidFill>
          <a:ln cap="flat" cmpd="sng" w="9525">
            <a:solidFill>
              <a:srgbClr val="7F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644" name="Google Shape;1644;p157"/>
          <p:cNvSpPr txBox="1"/>
          <p:nvPr/>
        </p:nvSpPr>
        <p:spPr>
          <a:xfrm>
            <a:off x="5044097" y="381949"/>
            <a:ext cx="18672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625" lIns="30625" spcFirstLastPara="1" rIns="30625" wrap="square" tIns="30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74">
                <a:solidFill>
                  <a:srgbClr val="F2FAFF"/>
                </a:solidFill>
                <a:latin typeface="Inter Tight"/>
                <a:ea typeface="Inter Tight"/>
                <a:cs typeface="Inter Tight"/>
                <a:sym typeface="Inter Tight"/>
              </a:rPr>
              <a:t>Anatomy of a harness</a:t>
            </a:r>
            <a:endParaRPr sz="1374">
              <a:solidFill>
                <a:srgbClr val="F2FAFF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645" name="Google Shape;1645;p157"/>
          <p:cNvSpPr txBox="1"/>
          <p:nvPr>
            <p:ph type="title"/>
          </p:nvPr>
        </p:nvSpPr>
        <p:spPr>
          <a:xfrm>
            <a:off x="274728" y="1363575"/>
            <a:ext cx="25611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80">
                <a:solidFill>
                  <a:srgbClr val="F2FAFF"/>
                </a:solidFill>
              </a:rPr>
              <a:t>Execution Environment</a:t>
            </a:r>
            <a:endParaRPr sz="1580">
              <a:solidFill>
                <a:srgbClr val="F2FAFF"/>
              </a:solidFill>
            </a:endParaRPr>
          </a:p>
        </p:txBody>
      </p:sp>
      <p:sp>
        <p:nvSpPr>
          <p:cNvPr id="1646" name="Google Shape;1646;p157"/>
          <p:cNvSpPr/>
          <p:nvPr/>
        </p:nvSpPr>
        <p:spPr>
          <a:xfrm>
            <a:off x="367967" y="1792000"/>
            <a:ext cx="1104300" cy="288000"/>
          </a:xfrm>
          <a:prstGeom prst="roundRect">
            <a:avLst>
              <a:gd fmla="val 12110" name="adj"/>
            </a:avLst>
          </a:prstGeom>
          <a:solidFill>
            <a:srgbClr val="2F4B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647" name="Google Shape;1647;p157"/>
          <p:cNvSpPr txBox="1"/>
          <p:nvPr>
            <p:ph type="title"/>
          </p:nvPr>
        </p:nvSpPr>
        <p:spPr>
          <a:xfrm>
            <a:off x="367967" y="1764275"/>
            <a:ext cx="11043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000">
                <a:solidFill>
                  <a:srgbClr val="F2FAFF"/>
                </a:solidFill>
              </a:rPr>
              <a:t>Code Interpreter</a:t>
            </a:r>
            <a:endParaRPr sz="1000">
              <a:solidFill>
                <a:srgbClr val="F2FAFF"/>
              </a:solidFill>
            </a:endParaRPr>
          </a:p>
        </p:txBody>
      </p:sp>
      <p:sp>
        <p:nvSpPr>
          <p:cNvPr id="1648" name="Google Shape;1648;p157"/>
          <p:cNvSpPr/>
          <p:nvPr/>
        </p:nvSpPr>
        <p:spPr>
          <a:xfrm>
            <a:off x="1550617" y="1792000"/>
            <a:ext cx="709200" cy="288000"/>
          </a:xfrm>
          <a:prstGeom prst="roundRect">
            <a:avLst>
              <a:gd fmla="val 12110" name="adj"/>
            </a:avLst>
          </a:prstGeom>
          <a:solidFill>
            <a:srgbClr val="2F4B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649" name="Google Shape;1649;p157"/>
          <p:cNvSpPr txBox="1"/>
          <p:nvPr>
            <p:ph type="title"/>
          </p:nvPr>
        </p:nvSpPr>
        <p:spPr>
          <a:xfrm>
            <a:off x="1550617" y="1764275"/>
            <a:ext cx="6726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000">
                <a:solidFill>
                  <a:srgbClr val="F2FAFF"/>
                </a:solidFill>
              </a:rPr>
              <a:t>Sandbox</a:t>
            </a:r>
            <a:endParaRPr sz="1000">
              <a:solidFill>
                <a:srgbClr val="F2FAFF"/>
              </a:solidFill>
            </a:endParaRPr>
          </a:p>
        </p:txBody>
      </p:sp>
      <p:sp>
        <p:nvSpPr>
          <p:cNvPr id="1650" name="Google Shape;1650;p157"/>
          <p:cNvSpPr/>
          <p:nvPr/>
        </p:nvSpPr>
        <p:spPr>
          <a:xfrm>
            <a:off x="2338167" y="1792000"/>
            <a:ext cx="825300" cy="288000"/>
          </a:xfrm>
          <a:prstGeom prst="roundRect">
            <a:avLst>
              <a:gd fmla="val 12110" name="adj"/>
            </a:avLst>
          </a:prstGeom>
          <a:solidFill>
            <a:srgbClr val="2F4B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651" name="Google Shape;1651;p157"/>
          <p:cNvSpPr txBox="1"/>
          <p:nvPr>
            <p:ph type="title"/>
          </p:nvPr>
        </p:nvSpPr>
        <p:spPr>
          <a:xfrm>
            <a:off x="2338167" y="1764275"/>
            <a:ext cx="8802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000">
                <a:solidFill>
                  <a:srgbClr val="F2FAFF"/>
                </a:solidFill>
              </a:rPr>
              <a:t>Filesystem</a:t>
            </a:r>
            <a:endParaRPr sz="1000">
              <a:solidFill>
                <a:srgbClr val="F2FAFF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5" name="Shape 1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Google Shape;1656;p158"/>
          <p:cNvSpPr txBox="1"/>
          <p:nvPr>
            <p:ph type="title"/>
          </p:nvPr>
        </p:nvSpPr>
        <p:spPr>
          <a:xfrm>
            <a:off x="311700" y="28626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80C7FF"/>
                </a:solidFill>
              </a:rPr>
              <a:t>Base Deep Agents harness</a:t>
            </a:r>
            <a:endParaRPr>
              <a:solidFill>
                <a:srgbClr val="80C7FF"/>
              </a:solidFill>
            </a:endParaRPr>
          </a:p>
        </p:txBody>
      </p:sp>
      <p:sp>
        <p:nvSpPr>
          <p:cNvPr id="1657" name="Google Shape;1657;p158"/>
          <p:cNvSpPr/>
          <p:nvPr/>
        </p:nvSpPr>
        <p:spPr>
          <a:xfrm>
            <a:off x="4835600" y="370688"/>
            <a:ext cx="2284200" cy="451500"/>
          </a:xfrm>
          <a:prstGeom prst="roundRect">
            <a:avLst>
              <a:gd fmla="val 4038" name="adj"/>
            </a:avLst>
          </a:prstGeom>
          <a:solidFill>
            <a:srgbClr val="0D1322"/>
          </a:solidFill>
          <a:ln cap="flat" cmpd="sng" w="9525">
            <a:solidFill>
              <a:srgbClr val="7F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658" name="Google Shape;1658;p158"/>
          <p:cNvSpPr txBox="1"/>
          <p:nvPr/>
        </p:nvSpPr>
        <p:spPr>
          <a:xfrm>
            <a:off x="5044097" y="381949"/>
            <a:ext cx="18672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625" lIns="30625" spcFirstLastPara="1" rIns="30625" wrap="square" tIns="30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74">
                <a:solidFill>
                  <a:srgbClr val="F2FAFF"/>
                </a:solidFill>
                <a:latin typeface="Inter Tight"/>
                <a:ea typeface="Inter Tight"/>
                <a:cs typeface="Inter Tight"/>
                <a:sym typeface="Inter Tight"/>
              </a:rPr>
              <a:t>Anatomy of a harness</a:t>
            </a:r>
            <a:endParaRPr sz="1374">
              <a:solidFill>
                <a:srgbClr val="F2FAFF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659" name="Google Shape;1659;p158"/>
          <p:cNvSpPr txBox="1"/>
          <p:nvPr>
            <p:ph type="title"/>
          </p:nvPr>
        </p:nvSpPr>
        <p:spPr>
          <a:xfrm>
            <a:off x="274728" y="1363575"/>
            <a:ext cx="25611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80">
                <a:solidFill>
                  <a:srgbClr val="F2FAFF"/>
                </a:solidFill>
              </a:rPr>
              <a:t>Execution Environment</a:t>
            </a:r>
            <a:endParaRPr sz="1580">
              <a:solidFill>
                <a:srgbClr val="F2FAFF"/>
              </a:solidFill>
            </a:endParaRPr>
          </a:p>
        </p:txBody>
      </p:sp>
      <p:sp>
        <p:nvSpPr>
          <p:cNvPr id="1660" name="Google Shape;1660;p158"/>
          <p:cNvSpPr/>
          <p:nvPr/>
        </p:nvSpPr>
        <p:spPr>
          <a:xfrm>
            <a:off x="367967" y="1792000"/>
            <a:ext cx="1104300" cy="288000"/>
          </a:xfrm>
          <a:prstGeom prst="roundRect">
            <a:avLst>
              <a:gd fmla="val 12110" name="adj"/>
            </a:avLst>
          </a:prstGeom>
          <a:solidFill>
            <a:srgbClr val="2F4B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661" name="Google Shape;1661;p158"/>
          <p:cNvSpPr txBox="1"/>
          <p:nvPr>
            <p:ph type="title"/>
          </p:nvPr>
        </p:nvSpPr>
        <p:spPr>
          <a:xfrm>
            <a:off x="367967" y="1764275"/>
            <a:ext cx="11043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000">
                <a:solidFill>
                  <a:srgbClr val="F2FAFF"/>
                </a:solidFill>
              </a:rPr>
              <a:t>Code Interpreter</a:t>
            </a:r>
            <a:endParaRPr sz="1000">
              <a:solidFill>
                <a:srgbClr val="F2FAFF"/>
              </a:solidFill>
            </a:endParaRPr>
          </a:p>
        </p:txBody>
      </p:sp>
      <p:sp>
        <p:nvSpPr>
          <p:cNvPr id="1662" name="Google Shape;1662;p158"/>
          <p:cNvSpPr/>
          <p:nvPr/>
        </p:nvSpPr>
        <p:spPr>
          <a:xfrm>
            <a:off x="1550617" y="1792000"/>
            <a:ext cx="709200" cy="288000"/>
          </a:xfrm>
          <a:prstGeom prst="roundRect">
            <a:avLst>
              <a:gd fmla="val 12110" name="adj"/>
            </a:avLst>
          </a:prstGeom>
          <a:solidFill>
            <a:srgbClr val="2F4B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663" name="Google Shape;1663;p158"/>
          <p:cNvSpPr txBox="1"/>
          <p:nvPr>
            <p:ph type="title"/>
          </p:nvPr>
        </p:nvSpPr>
        <p:spPr>
          <a:xfrm>
            <a:off x="1550617" y="1764275"/>
            <a:ext cx="6726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000">
                <a:solidFill>
                  <a:srgbClr val="F2FAFF"/>
                </a:solidFill>
              </a:rPr>
              <a:t>Sandbox</a:t>
            </a:r>
            <a:endParaRPr sz="1000">
              <a:solidFill>
                <a:srgbClr val="F2FAFF"/>
              </a:solidFill>
            </a:endParaRPr>
          </a:p>
        </p:txBody>
      </p:sp>
      <p:sp>
        <p:nvSpPr>
          <p:cNvPr id="1664" name="Google Shape;1664;p158"/>
          <p:cNvSpPr/>
          <p:nvPr/>
        </p:nvSpPr>
        <p:spPr>
          <a:xfrm>
            <a:off x="2338167" y="1792000"/>
            <a:ext cx="825300" cy="288000"/>
          </a:xfrm>
          <a:prstGeom prst="roundRect">
            <a:avLst>
              <a:gd fmla="val 12110" name="adj"/>
            </a:avLst>
          </a:prstGeom>
          <a:solidFill>
            <a:srgbClr val="2F4B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665" name="Google Shape;1665;p158"/>
          <p:cNvSpPr txBox="1"/>
          <p:nvPr>
            <p:ph type="title"/>
          </p:nvPr>
        </p:nvSpPr>
        <p:spPr>
          <a:xfrm>
            <a:off x="2338167" y="1764275"/>
            <a:ext cx="8802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000">
                <a:solidFill>
                  <a:srgbClr val="F2FAFF"/>
                </a:solidFill>
              </a:rPr>
              <a:t>Filesystem</a:t>
            </a:r>
            <a:endParaRPr sz="1000">
              <a:solidFill>
                <a:srgbClr val="F2FAFF"/>
              </a:solidFill>
            </a:endParaRPr>
          </a:p>
        </p:txBody>
      </p:sp>
      <p:sp>
        <p:nvSpPr>
          <p:cNvPr id="1666" name="Google Shape;1666;p158"/>
          <p:cNvSpPr/>
          <p:nvPr/>
        </p:nvSpPr>
        <p:spPr>
          <a:xfrm>
            <a:off x="367971" y="2905675"/>
            <a:ext cx="513000" cy="288000"/>
          </a:xfrm>
          <a:prstGeom prst="roundRect">
            <a:avLst>
              <a:gd fmla="val 12110" name="adj"/>
            </a:avLst>
          </a:prstGeom>
          <a:solidFill>
            <a:srgbClr val="161F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667" name="Google Shape;1667;p158"/>
          <p:cNvSpPr txBox="1"/>
          <p:nvPr>
            <p:ph type="title"/>
          </p:nvPr>
        </p:nvSpPr>
        <p:spPr>
          <a:xfrm>
            <a:off x="367976" y="2877625"/>
            <a:ext cx="5424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000">
                <a:solidFill>
                  <a:srgbClr val="F2FAFF"/>
                </a:solidFill>
              </a:rPr>
              <a:t>Skills</a:t>
            </a:r>
            <a:endParaRPr sz="1000">
              <a:solidFill>
                <a:srgbClr val="F2FAFF"/>
              </a:solidFill>
            </a:endParaRPr>
          </a:p>
        </p:txBody>
      </p:sp>
      <p:sp>
        <p:nvSpPr>
          <p:cNvPr id="1668" name="Google Shape;1668;p158"/>
          <p:cNvSpPr/>
          <p:nvPr/>
        </p:nvSpPr>
        <p:spPr>
          <a:xfrm>
            <a:off x="957330" y="2905675"/>
            <a:ext cx="709200" cy="288000"/>
          </a:xfrm>
          <a:prstGeom prst="roundRect">
            <a:avLst>
              <a:gd fmla="val 12110" name="adj"/>
            </a:avLst>
          </a:prstGeom>
          <a:solidFill>
            <a:srgbClr val="161F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669" name="Google Shape;1669;p158"/>
          <p:cNvSpPr txBox="1"/>
          <p:nvPr>
            <p:ph type="title"/>
          </p:nvPr>
        </p:nvSpPr>
        <p:spPr>
          <a:xfrm>
            <a:off x="957328" y="2877625"/>
            <a:ext cx="7092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000">
                <a:solidFill>
                  <a:srgbClr val="F2FAFF"/>
                </a:solidFill>
              </a:rPr>
              <a:t>Memory</a:t>
            </a:r>
            <a:endParaRPr sz="1000">
              <a:solidFill>
                <a:srgbClr val="F2FAFF"/>
              </a:solidFill>
            </a:endParaRPr>
          </a:p>
        </p:txBody>
      </p:sp>
      <p:sp>
        <p:nvSpPr>
          <p:cNvPr id="1670" name="Google Shape;1670;p158"/>
          <p:cNvSpPr/>
          <p:nvPr/>
        </p:nvSpPr>
        <p:spPr>
          <a:xfrm>
            <a:off x="1728339" y="2905675"/>
            <a:ext cx="1051200" cy="288000"/>
          </a:xfrm>
          <a:prstGeom prst="roundRect">
            <a:avLst>
              <a:gd fmla="val 12110" name="adj"/>
            </a:avLst>
          </a:prstGeom>
          <a:solidFill>
            <a:srgbClr val="161F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671" name="Google Shape;1671;p158"/>
          <p:cNvSpPr txBox="1"/>
          <p:nvPr>
            <p:ph type="title"/>
          </p:nvPr>
        </p:nvSpPr>
        <p:spPr>
          <a:xfrm>
            <a:off x="1728339" y="2877625"/>
            <a:ext cx="10512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000">
                <a:solidFill>
                  <a:srgbClr val="F2FAFF"/>
                </a:solidFill>
              </a:rPr>
              <a:t>Summarization</a:t>
            </a:r>
            <a:endParaRPr sz="1000">
              <a:solidFill>
                <a:srgbClr val="F2FAFF"/>
              </a:solidFill>
            </a:endParaRPr>
          </a:p>
        </p:txBody>
      </p:sp>
      <p:sp>
        <p:nvSpPr>
          <p:cNvPr id="1672" name="Google Shape;1672;p158"/>
          <p:cNvSpPr/>
          <p:nvPr/>
        </p:nvSpPr>
        <p:spPr>
          <a:xfrm>
            <a:off x="2848621" y="2905675"/>
            <a:ext cx="1242900" cy="288000"/>
          </a:xfrm>
          <a:prstGeom prst="roundRect">
            <a:avLst>
              <a:gd fmla="val 12110" name="adj"/>
            </a:avLst>
          </a:prstGeom>
          <a:solidFill>
            <a:srgbClr val="161F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673" name="Google Shape;1673;p158"/>
          <p:cNvSpPr txBox="1"/>
          <p:nvPr>
            <p:ph type="title"/>
          </p:nvPr>
        </p:nvSpPr>
        <p:spPr>
          <a:xfrm>
            <a:off x="2848621" y="2877625"/>
            <a:ext cx="13383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000">
                <a:solidFill>
                  <a:srgbClr val="F2FAFF"/>
                </a:solidFill>
              </a:rPr>
              <a:t>Context offloading</a:t>
            </a:r>
            <a:endParaRPr sz="1000">
              <a:solidFill>
                <a:srgbClr val="F2FAFF"/>
              </a:solidFill>
            </a:endParaRPr>
          </a:p>
        </p:txBody>
      </p:sp>
      <p:sp>
        <p:nvSpPr>
          <p:cNvPr id="1674" name="Google Shape;1674;p158"/>
          <p:cNvSpPr/>
          <p:nvPr/>
        </p:nvSpPr>
        <p:spPr>
          <a:xfrm>
            <a:off x="4145952" y="2905675"/>
            <a:ext cx="1051200" cy="288000"/>
          </a:xfrm>
          <a:prstGeom prst="roundRect">
            <a:avLst>
              <a:gd fmla="val 12110" name="adj"/>
            </a:avLst>
          </a:prstGeom>
          <a:solidFill>
            <a:srgbClr val="161F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675" name="Google Shape;1675;p158"/>
          <p:cNvSpPr txBox="1"/>
          <p:nvPr>
            <p:ph type="title"/>
          </p:nvPr>
        </p:nvSpPr>
        <p:spPr>
          <a:xfrm>
            <a:off x="4145951" y="2877625"/>
            <a:ext cx="10512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000">
                <a:solidFill>
                  <a:srgbClr val="F2FAFF"/>
                </a:solidFill>
              </a:rPr>
              <a:t>Prompt caching</a:t>
            </a:r>
            <a:endParaRPr sz="1000">
              <a:solidFill>
                <a:srgbClr val="F2FAFF"/>
              </a:solidFill>
            </a:endParaRPr>
          </a:p>
        </p:txBody>
      </p:sp>
      <p:sp>
        <p:nvSpPr>
          <p:cNvPr id="1676" name="Google Shape;1676;p158"/>
          <p:cNvSpPr txBox="1"/>
          <p:nvPr>
            <p:ph type="title"/>
          </p:nvPr>
        </p:nvSpPr>
        <p:spPr>
          <a:xfrm>
            <a:off x="274728" y="3245592"/>
            <a:ext cx="25611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80">
                <a:solidFill>
                  <a:srgbClr val="F2FAFF"/>
                </a:solidFill>
              </a:rPr>
              <a:t>Context management</a:t>
            </a:r>
            <a:endParaRPr sz="1580">
              <a:solidFill>
                <a:srgbClr val="F2FAFF"/>
              </a:solidFill>
            </a:endParaRPr>
          </a:p>
        </p:txBody>
      </p:sp>
      <p:cxnSp>
        <p:nvCxnSpPr>
          <p:cNvPr id="1677" name="Google Shape;1677;p158"/>
          <p:cNvCxnSpPr/>
          <p:nvPr/>
        </p:nvCxnSpPr>
        <p:spPr>
          <a:xfrm>
            <a:off x="1887150" y="2081990"/>
            <a:ext cx="0" cy="821400"/>
          </a:xfrm>
          <a:prstGeom prst="straightConnector1">
            <a:avLst/>
          </a:prstGeom>
          <a:noFill/>
          <a:ln cap="flat" cmpd="sng" w="9525">
            <a:solidFill>
              <a:srgbClr val="FBFBF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8" name="Google Shape;1678;p158"/>
          <p:cNvCxnSpPr/>
          <p:nvPr/>
        </p:nvCxnSpPr>
        <p:spPr>
          <a:xfrm flipH="1" rot="10800000">
            <a:off x="639176" y="2605975"/>
            <a:ext cx="2796600" cy="299700"/>
          </a:xfrm>
          <a:prstGeom prst="bentConnector3">
            <a:avLst>
              <a:gd fmla="val 31" name="adj1"/>
            </a:avLst>
          </a:prstGeom>
          <a:noFill/>
          <a:ln cap="flat" cmpd="sng" w="9525">
            <a:solidFill>
              <a:srgbClr val="FBFBF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9" name="Google Shape;1679;p158"/>
          <p:cNvCxnSpPr/>
          <p:nvPr/>
        </p:nvCxnSpPr>
        <p:spPr>
          <a:xfrm flipH="1" rot="10800000">
            <a:off x="1313201" y="2604175"/>
            <a:ext cx="576600" cy="301500"/>
          </a:xfrm>
          <a:prstGeom prst="bentConnector3">
            <a:avLst>
              <a:gd fmla="val 260" name="adj1"/>
            </a:avLst>
          </a:prstGeom>
          <a:noFill/>
          <a:ln cap="flat" cmpd="sng" w="9525">
            <a:solidFill>
              <a:srgbClr val="FBFBF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0" name="Google Shape;1680;p158"/>
          <p:cNvCxnSpPr/>
          <p:nvPr/>
        </p:nvCxnSpPr>
        <p:spPr>
          <a:xfrm>
            <a:off x="3439687" y="2600297"/>
            <a:ext cx="0" cy="302100"/>
          </a:xfrm>
          <a:prstGeom prst="straightConnector1">
            <a:avLst/>
          </a:prstGeom>
          <a:noFill/>
          <a:ln cap="flat" cmpd="sng" w="9525">
            <a:solidFill>
              <a:srgbClr val="FBFBFB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4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5" name="Google Shape;1685;p159"/>
          <p:cNvSpPr txBox="1"/>
          <p:nvPr>
            <p:ph type="title"/>
          </p:nvPr>
        </p:nvSpPr>
        <p:spPr>
          <a:xfrm>
            <a:off x="311700" y="28626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80C7FF"/>
                </a:solidFill>
              </a:rPr>
              <a:t>Base </a:t>
            </a:r>
            <a:r>
              <a:rPr lang="en">
                <a:solidFill>
                  <a:srgbClr val="80C7FF"/>
                </a:solidFill>
              </a:rPr>
              <a:t>Deep Agents</a:t>
            </a:r>
            <a:r>
              <a:rPr lang="en">
                <a:solidFill>
                  <a:srgbClr val="80C7FF"/>
                </a:solidFill>
              </a:rPr>
              <a:t> harness</a:t>
            </a:r>
            <a:endParaRPr>
              <a:solidFill>
                <a:srgbClr val="80C7FF"/>
              </a:solidFill>
            </a:endParaRPr>
          </a:p>
        </p:txBody>
      </p:sp>
      <p:sp>
        <p:nvSpPr>
          <p:cNvPr id="1686" name="Google Shape;1686;p159"/>
          <p:cNvSpPr/>
          <p:nvPr/>
        </p:nvSpPr>
        <p:spPr>
          <a:xfrm>
            <a:off x="4835600" y="370688"/>
            <a:ext cx="2284200" cy="451500"/>
          </a:xfrm>
          <a:prstGeom prst="roundRect">
            <a:avLst>
              <a:gd fmla="val 4038" name="adj"/>
            </a:avLst>
          </a:prstGeom>
          <a:solidFill>
            <a:srgbClr val="0D1322"/>
          </a:solidFill>
          <a:ln cap="flat" cmpd="sng" w="9525">
            <a:solidFill>
              <a:srgbClr val="7F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687" name="Google Shape;1687;p159"/>
          <p:cNvSpPr txBox="1"/>
          <p:nvPr/>
        </p:nvSpPr>
        <p:spPr>
          <a:xfrm>
            <a:off x="5044097" y="381949"/>
            <a:ext cx="18672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625" lIns="30625" spcFirstLastPara="1" rIns="30625" wrap="square" tIns="30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74">
                <a:solidFill>
                  <a:srgbClr val="F2FAFF"/>
                </a:solidFill>
                <a:latin typeface="Inter Tight"/>
                <a:ea typeface="Inter Tight"/>
                <a:cs typeface="Inter Tight"/>
                <a:sym typeface="Inter Tight"/>
              </a:rPr>
              <a:t>Anatomy of a harness</a:t>
            </a:r>
            <a:endParaRPr sz="1374">
              <a:solidFill>
                <a:srgbClr val="F2FAFF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688" name="Google Shape;1688;p159"/>
          <p:cNvSpPr txBox="1"/>
          <p:nvPr>
            <p:ph type="title"/>
          </p:nvPr>
        </p:nvSpPr>
        <p:spPr>
          <a:xfrm>
            <a:off x="274728" y="1363575"/>
            <a:ext cx="25611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80">
                <a:solidFill>
                  <a:srgbClr val="F2FAFF"/>
                </a:solidFill>
              </a:rPr>
              <a:t>Execution Environment</a:t>
            </a:r>
            <a:endParaRPr sz="1580">
              <a:solidFill>
                <a:srgbClr val="F2FAFF"/>
              </a:solidFill>
            </a:endParaRPr>
          </a:p>
        </p:txBody>
      </p:sp>
      <p:sp>
        <p:nvSpPr>
          <p:cNvPr id="1689" name="Google Shape;1689;p159"/>
          <p:cNvSpPr/>
          <p:nvPr/>
        </p:nvSpPr>
        <p:spPr>
          <a:xfrm>
            <a:off x="367967" y="1792000"/>
            <a:ext cx="1104300" cy="288000"/>
          </a:xfrm>
          <a:prstGeom prst="roundRect">
            <a:avLst>
              <a:gd fmla="val 12110" name="adj"/>
            </a:avLst>
          </a:prstGeom>
          <a:solidFill>
            <a:srgbClr val="2F4B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690" name="Google Shape;1690;p159"/>
          <p:cNvSpPr txBox="1"/>
          <p:nvPr>
            <p:ph type="title"/>
          </p:nvPr>
        </p:nvSpPr>
        <p:spPr>
          <a:xfrm>
            <a:off x="367967" y="1764275"/>
            <a:ext cx="11043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000">
                <a:solidFill>
                  <a:srgbClr val="F2FAFF"/>
                </a:solidFill>
              </a:rPr>
              <a:t>Code Interpreter</a:t>
            </a:r>
            <a:endParaRPr sz="1000">
              <a:solidFill>
                <a:srgbClr val="F2FAFF"/>
              </a:solidFill>
            </a:endParaRPr>
          </a:p>
        </p:txBody>
      </p:sp>
      <p:sp>
        <p:nvSpPr>
          <p:cNvPr id="1691" name="Google Shape;1691;p159"/>
          <p:cNvSpPr/>
          <p:nvPr/>
        </p:nvSpPr>
        <p:spPr>
          <a:xfrm>
            <a:off x="1550617" y="1792000"/>
            <a:ext cx="709200" cy="288000"/>
          </a:xfrm>
          <a:prstGeom prst="roundRect">
            <a:avLst>
              <a:gd fmla="val 12110" name="adj"/>
            </a:avLst>
          </a:prstGeom>
          <a:solidFill>
            <a:srgbClr val="2F4B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692" name="Google Shape;1692;p159"/>
          <p:cNvSpPr txBox="1"/>
          <p:nvPr>
            <p:ph type="title"/>
          </p:nvPr>
        </p:nvSpPr>
        <p:spPr>
          <a:xfrm>
            <a:off x="1550617" y="1764275"/>
            <a:ext cx="6726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000">
                <a:solidFill>
                  <a:srgbClr val="F2FAFF"/>
                </a:solidFill>
              </a:rPr>
              <a:t>Sandbox</a:t>
            </a:r>
            <a:endParaRPr sz="1000">
              <a:solidFill>
                <a:srgbClr val="F2FAFF"/>
              </a:solidFill>
            </a:endParaRPr>
          </a:p>
        </p:txBody>
      </p:sp>
      <p:sp>
        <p:nvSpPr>
          <p:cNvPr id="1693" name="Google Shape;1693;p159"/>
          <p:cNvSpPr/>
          <p:nvPr/>
        </p:nvSpPr>
        <p:spPr>
          <a:xfrm>
            <a:off x="2338167" y="1792000"/>
            <a:ext cx="825300" cy="288000"/>
          </a:xfrm>
          <a:prstGeom prst="roundRect">
            <a:avLst>
              <a:gd fmla="val 12110" name="adj"/>
            </a:avLst>
          </a:prstGeom>
          <a:solidFill>
            <a:srgbClr val="2F4B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694" name="Google Shape;1694;p159"/>
          <p:cNvSpPr txBox="1"/>
          <p:nvPr>
            <p:ph type="title"/>
          </p:nvPr>
        </p:nvSpPr>
        <p:spPr>
          <a:xfrm>
            <a:off x="2338167" y="1764275"/>
            <a:ext cx="8802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000">
                <a:solidFill>
                  <a:srgbClr val="F2FAFF"/>
                </a:solidFill>
              </a:rPr>
              <a:t>Filesystem</a:t>
            </a:r>
            <a:endParaRPr sz="1000">
              <a:solidFill>
                <a:srgbClr val="F2FAFF"/>
              </a:solidFill>
            </a:endParaRPr>
          </a:p>
        </p:txBody>
      </p:sp>
      <p:sp>
        <p:nvSpPr>
          <p:cNvPr id="1695" name="Google Shape;1695;p159"/>
          <p:cNvSpPr/>
          <p:nvPr/>
        </p:nvSpPr>
        <p:spPr>
          <a:xfrm>
            <a:off x="367971" y="2905675"/>
            <a:ext cx="513000" cy="288000"/>
          </a:xfrm>
          <a:prstGeom prst="roundRect">
            <a:avLst>
              <a:gd fmla="val 12110" name="adj"/>
            </a:avLst>
          </a:prstGeom>
          <a:solidFill>
            <a:srgbClr val="161F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696" name="Google Shape;1696;p159"/>
          <p:cNvSpPr txBox="1"/>
          <p:nvPr>
            <p:ph type="title"/>
          </p:nvPr>
        </p:nvSpPr>
        <p:spPr>
          <a:xfrm>
            <a:off x="367976" y="2877625"/>
            <a:ext cx="5424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000">
                <a:solidFill>
                  <a:srgbClr val="F2FAFF"/>
                </a:solidFill>
              </a:rPr>
              <a:t>Skills</a:t>
            </a:r>
            <a:endParaRPr sz="1000">
              <a:solidFill>
                <a:srgbClr val="F2FAFF"/>
              </a:solidFill>
            </a:endParaRPr>
          </a:p>
        </p:txBody>
      </p:sp>
      <p:sp>
        <p:nvSpPr>
          <p:cNvPr id="1697" name="Google Shape;1697;p159"/>
          <p:cNvSpPr/>
          <p:nvPr/>
        </p:nvSpPr>
        <p:spPr>
          <a:xfrm>
            <a:off x="957330" y="2905675"/>
            <a:ext cx="709200" cy="288000"/>
          </a:xfrm>
          <a:prstGeom prst="roundRect">
            <a:avLst>
              <a:gd fmla="val 12110" name="adj"/>
            </a:avLst>
          </a:prstGeom>
          <a:solidFill>
            <a:srgbClr val="161F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698" name="Google Shape;1698;p159"/>
          <p:cNvSpPr txBox="1"/>
          <p:nvPr>
            <p:ph type="title"/>
          </p:nvPr>
        </p:nvSpPr>
        <p:spPr>
          <a:xfrm>
            <a:off x="957328" y="2877625"/>
            <a:ext cx="7092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000">
                <a:solidFill>
                  <a:srgbClr val="F2FAFF"/>
                </a:solidFill>
              </a:rPr>
              <a:t>Memory</a:t>
            </a:r>
            <a:endParaRPr sz="1000">
              <a:solidFill>
                <a:srgbClr val="F2FAFF"/>
              </a:solidFill>
            </a:endParaRPr>
          </a:p>
        </p:txBody>
      </p:sp>
      <p:sp>
        <p:nvSpPr>
          <p:cNvPr id="1699" name="Google Shape;1699;p159"/>
          <p:cNvSpPr/>
          <p:nvPr/>
        </p:nvSpPr>
        <p:spPr>
          <a:xfrm>
            <a:off x="1728339" y="2905675"/>
            <a:ext cx="1051200" cy="288000"/>
          </a:xfrm>
          <a:prstGeom prst="roundRect">
            <a:avLst>
              <a:gd fmla="val 12110" name="adj"/>
            </a:avLst>
          </a:prstGeom>
          <a:solidFill>
            <a:srgbClr val="161F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700" name="Google Shape;1700;p159"/>
          <p:cNvSpPr txBox="1"/>
          <p:nvPr>
            <p:ph type="title"/>
          </p:nvPr>
        </p:nvSpPr>
        <p:spPr>
          <a:xfrm>
            <a:off x="1728339" y="2877625"/>
            <a:ext cx="10512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000">
                <a:solidFill>
                  <a:srgbClr val="F2FAFF"/>
                </a:solidFill>
              </a:rPr>
              <a:t>Summarization</a:t>
            </a:r>
            <a:endParaRPr sz="1000">
              <a:solidFill>
                <a:srgbClr val="F2FAFF"/>
              </a:solidFill>
            </a:endParaRPr>
          </a:p>
        </p:txBody>
      </p:sp>
      <p:sp>
        <p:nvSpPr>
          <p:cNvPr id="1701" name="Google Shape;1701;p159"/>
          <p:cNvSpPr/>
          <p:nvPr/>
        </p:nvSpPr>
        <p:spPr>
          <a:xfrm>
            <a:off x="2848621" y="2905675"/>
            <a:ext cx="1242900" cy="288000"/>
          </a:xfrm>
          <a:prstGeom prst="roundRect">
            <a:avLst>
              <a:gd fmla="val 12110" name="adj"/>
            </a:avLst>
          </a:prstGeom>
          <a:solidFill>
            <a:srgbClr val="161F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702" name="Google Shape;1702;p159"/>
          <p:cNvSpPr txBox="1"/>
          <p:nvPr>
            <p:ph type="title"/>
          </p:nvPr>
        </p:nvSpPr>
        <p:spPr>
          <a:xfrm>
            <a:off x="2848621" y="2877625"/>
            <a:ext cx="13383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000">
                <a:solidFill>
                  <a:srgbClr val="F2FAFF"/>
                </a:solidFill>
              </a:rPr>
              <a:t>Context offloading</a:t>
            </a:r>
            <a:endParaRPr sz="1000">
              <a:solidFill>
                <a:srgbClr val="F2FAFF"/>
              </a:solidFill>
            </a:endParaRPr>
          </a:p>
        </p:txBody>
      </p:sp>
      <p:sp>
        <p:nvSpPr>
          <p:cNvPr id="1703" name="Google Shape;1703;p159"/>
          <p:cNvSpPr/>
          <p:nvPr/>
        </p:nvSpPr>
        <p:spPr>
          <a:xfrm>
            <a:off x="4145952" y="2905675"/>
            <a:ext cx="1051200" cy="288000"/>
          </a:xfrm>
          <a:prstGeom prst="roundRect">
            <a:avLst>
              <a:gd fmla="val 12110" name="adj"/>
            </a:avLst>
          </a:prstGeom>
          <a:solidFill>
            <a:srgbClr val="161F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704" name="Google Shape;1704;p159"/>
          <p:cNvSpPr txBox="1"/>
          <p:nvPr>
            <p:ph type="title"/>
          </p:nvPr>
        </p:nvSpPr>
        <p:spPr>
          <a:xfrm>
            <a:off x="4145951" y="2877625"/>
            <a:ext cx="10512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000">
                <a:solidFill>
                  <a:srgbClr val="F2FAFF"/>
                </a:solidFill>
              </a:rPr>
              <a:t>Prompt caching</a:t>
            </a:r>
            <a:endParaRPr sz="1000">
              <a:solidFill>
                <a:srgbClr val="F2FAFF"/>
              </a:solidFill>
            </a:endParaRPr>
          </a:p>
        </p:txBody>
      </p:sp>
      <p:sp>
        <p:nvSpPr>
          <p:cNvPr id="1705" name="Google Shape;1705;p159"/>
          <p:cNvSpPr txBox="1"/>
          <p:nvPr>
            <p:ph type="title"/>
          </p:nvPr>
        </p:nvSpPr>
        <p:spPr>
          <a:xfrm>
            <a:off x="274728" y="3245592"/>
            <a:ext cx="25611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80">
                <a:solidFill>
                  <a:srgbClr val="F2FAFF"/>
                </a:solidFill>
              </a:rPr>
              <a:t>Context management</a:t>
            </a:r>
            <a:endParaRPr sz="1580">
              <a:solidFill>
                <a:srgbClr val="F2FAFF"/>
              </a:solidFill>
            </a:endParaRPr>
          </a:p>
        </p:txBody>
      </p:sp>
      <p:cxnSp>
        <p:nvCxnSpPr>
          <p:cNvPr id="1706" name="Google Shape;1706;p159"/>
          <p:cNvCxnSpPr/>
          <p:nvPr/>
        </p:nvCxnSpPr>
        <p:spPr>
          <a:xfrm>
            <a:off x="1887150" y="2081990"/>
            <a:ext cx="0" cy="821400"/>
          </a:xfrm>
          <a:prstGeom prst="straightConnector1">
            <a:avLst/>
          </a:prstGeom>
          <a:noFill/>
          <a:ln cap="flat" cmpd="sng" w="9525">
            <a:solidFill>
              <a:srgbClr val="FBFBF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7" name="Google Shape;1707;p159"/>
          <p:cNvCxnSpPr/>
          <p:nvPr/>
        </p:nvCxnSpPr>
        <p:spPr>
          <a:xfrm flipH="1" rot="10800000">
            <a:off x="639176" y="2605975"/>
            <a:ext cx="2796600" cy="299700"/>
          </a:xfrm>
          <a:prstGeom prst="bentConnector3">
            <a:avLst>
              <a:gd fmla="val 31" name="adj1"/>
            </a:avLst>
          </a:prstGeom>
          <a:noFill/>
          <a:ln cap="flat" cmpd="sng" w="9525">
            <a:solidFill>
              <a:srgbClr val="FBFBF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8" name="Google Shape;1708;p159"/>
          <p:cNvCxnSpPr/>
          <p:nvPr/>
        </p:nvCxnSpPr>
        <p:spPr>
          <a:xfrm flipH="1" rot="10800000">
            <a:off x="1313201" y="2604175"/>
            <a:ext cx="576600" cy="301500"/>
          </a:xfrm>
          <a:prstGeom prst="bentConnector3">
            <a:avLst>
              <a:gd fmla="val 260" name="adj1"/>
            </a:avLst>
          </a:prstGeom>
          <a:noFill/>
          <a:ln cap="flat" cmpd="sng" w="9525">
            <a:solidFill>
              <a:srgbClr val="FBFBF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9" name="Google Shape;1709;p159"/>
          <p:cNvCxnSpPr/>
          <p:nvPr/>
        </p:nvCxnSpPr>
        <p:spPr>
          <a:xfrm>
            <a:off x="3439687" y="2600297"/>
            <a:ext cx="0" cy="302100"/>
          </a:xfrm>
          <a:prstGeom prst="straightConnector1">
            <a:avLst/>
          </a:prstGeom>
          <a:noFill/>
          <a:ln cap="flat" cmpd="sng" w="9525">
            <a:solidFill>
              <a:srgbClr val="FBFBFB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10" name="Google Shape;1710;p159"/>
          <p:cNvSpPr txBox="1"/>
          <p:nvPr>
            <p:ph type="title"/>
          </p:nvPr>
        </p:nvSpPr>
        <p:spPr>
          <a:xfrm>
            <a:off x="4084265" y="1363575"/>
            <a:ext cx="25611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80">
                <a:solidFill>
                  <a:srgbClr val="F2FAFF"/>
                </a:solidFill>
              </a:rPr>
              <a:t>Delegation</a:t>
            </a:r>
            <a:endParaRPr sz="1580">
              <a:solidFill>
                <a:srgbClr val="F2FAFF"/>
              </a:solidFill>
            </a:endParaRPr>
          </a:p>
        </p:txBody>
      </p:sp>
      <p:sp>
        <p:nvSpPr>
          <p:cNvPr id="1711" name="Google Shape;1711;p159"/>
          <p:cNvSpPr/>
          <p:nvPr/>
        </p:nvSpPr>
        <p:spPr>
          <a:xfrm>
            <a:off x="4151329" y="1792207"/>
            <a:ext cx="709200" cy="288000"/>
          </a:xfrm>
          <a:prstGeom prst="roundRect">
            <a:avLst>
              <a:gd fmla="val 12110" name="adj"/>
            </a:avLst>
          </a:prstGeom>
          <a:solidFill>
            <a:srgbClr val="B2D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712" name="Google Shape;1712;p159"/>
          <p:cNvSpPr txBox="1"/>
          <p:nvPr>
            <p:ph type="title"/>
          </p:nvPr>
        </p:nvSpPr>
        <p:spPr>
          <a:xfrm>
            <a:off x="4151329" y="1764270"/>
            <a:ext cx="6726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000">
                <a:solidFill>
                  <a:srgbClr val="161F34"/>
                </a:solidFill>
              </a:rPr>
              <a:t>Planning</a:t>
            </a:r>
            <a:endParaRPr sz="1000">
              <a:solidFill>
                <a:srgbClr val="161F34"/>
              </a:solidFill>
            </a:endParaRPr>
          </a:p>
        </p:txBody>
      </p:sp>
      <p:sp>
        <p:nvSpPr>
          <p:cNvPr id="1713" name="Google Shape;1713;p159"/>
          <p:cNvSpPr/>
          <p:nvPr/>
        </p:nvSpPr>
        <p:spPr>
          <a:xfrm>
            <a:off x="4938879" y="1792207"/>
            <a:ext cx="825300" cy="288000"/>
          </a:xfrm>
          <a:prstGeom prst="roundRect">
            <a:avLst>
              <a:gd fmla="val 12110" name="adj"/>
            </a:avLst>
          </a:prstGeom>
          <a:solidFill>
            <a:srgbClr val="B2D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714" name="Google Shape;1714;p159"/>
          <p:cNvSpPr txBox="1"/>
          <p:nvPr>
            <p:ph type="title"/>
          </p:nvPr>
        </p:nvSpPr>
        <p:spPr>
          <a:xfrm>
            <a:off x="4938879" y="1764270"/>
            <a:ext cx="8802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000">
                <a:solidFill>
                  <a:srgbClr val="161F34"/>
                </a:solidFill>
              </a:rPr>
              <a:t>Subagents</a:t>
            </a:r>
            <a:endParaRPr sz="1000">
              <a:solidFill>
                <a:srgbClr val="161F34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8" name="Shape 1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9" name="Google Shape;1719;p160"/>
          <p:cNvSpPr txBox="1"/>
          <p:nvPr>
            <p:ph type="title"/>
          </p:nvPr>
        </p:nvSpPr>
        <p:spPr>
          <a:xfrm>
            <a:off x="311700" y="28626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80C7FF"/>
                </a:solidFill>
              </a:rPr>
              <a:t>Base </a:t>
            </a:r>
            <a:r>
              <a:rPr lang="en">
                <a:solidFill>
                  <a:srgbClr val="80C7FF"/>
                </a:solidFill>
              </a:rPr>
              <a:t>Deep Agents</a:t>
            </a:r>
            <a:r>
              <a:rPr lang="en">
                <a:solidFill>
                  <a:srgbClr val="80C7FF"/>
                </a:solidFill>
              </a:rPr>
              <a:t> harness</a:t>
            </a:r>
            <a:endParaRPr>
              <a:solidFill>
                <a:srgbClr val="80C7FF"/>
              </a:solidFill>
            </a:endParaRPr>
          </a:p>
        </p:txBody>
      </p:sp>
      <p:sp>
        <p:nvSpPr>
          <p:cNvPr id="1720" name="Google Shape;1720;p160"/>
          <p:cNvSpPr/>
          <p:nvPr/>
        </p:nvSpPr>
        <p:spPr>
          <a:xfrm>
            <a:off x="4835600" y="370688"/>
            <a:ext cx="2284200" cy="451500"/>
          </a:xfrm>
          <a:prstGeom prst="roundRect">
            <a:avLst>
              <a:gd fmla="val 4038" name="adj"/>
            </a:avLst>
          </a:prstGeom>
          <a:solidFill>
            <a:srgbClr val="0D1322"/>
          </a:solidFill>
          <a:ln cap="flat" cmpd="sng" w="9525">
            <a:solidFill>
              <a:srgbClr val="7F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721" name="Google Shape;1721;p160"/>
          <p:cNvSpPr txBox="1"/>
          <p:nvPr/>
        </p:nvSpPr>
        <p:spPr>
          <a:xfrm>
            <a:off x="5044097" y="381949"/>
            <a:ext cx="18672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625" lIns="30625" spcFirstLastPara="1" rIns="30625" wrap="square" tIns="30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74">
                <a:solidFill>
                  <a:srgbClr val="F2FAFF"/>
                </a:solidFill>
                <a:latin typeface="Inter Tight"/>
                <a:ea typeface="Inter Tight"/>
                <a:cs typeface="Inter Tight"/>
                <a:sym typeface="Inter Tight"/>
              </a:rPr>
              <a:t>Anatomy of a harness</a:t>
            </a:r>
            <a:endParaRPr sz="1374">
              <a:solidFill>
                <a:srgbClr val="F2FAFF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722" name="Google Shape;1722;p160"/>
          <p:cNvSpPr txBox="1"/>
          <p:nvPr>
            <p:ph type="title"/>
          </p:nvPr>
        </p:nvSpPr>
        <p:spPr>
          <a:xfrm>
            <a:off x="274728" y="1363575"/>
            <a:ext cx="25611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80">
                <a:solidFill>
                  <a:srgbClr val="F2FAFF"/>
                </a:solidFill>
              </a:rPr>
              <a:t>Execution Environment</a:t>
            </a:r>
            <a:endParaRPr sz="1580">
              <a:solidFill>
                <a:srgbClr val="F2FAFF"/>
              </a:solidFill>
            </a:endParaRPr>
          </a:p>
        </p:txBody>
      </p:sp>
      <p:sp>
        <p:nvSpPr>
          <p:cNvPr id="1723" name="Google Shape;1723;p160"/>
          <p:cNvSpPr/>
          <p:nvPr/>
        </p:nvSpPr>
        <p:spPr>
          <a:xfrm>
            <a:off x="367967" y="1792000"/>
            <a:ext cx="1104300" cy="288000"/>
          </a:xfrm>
          <a:prstGeom prst="roundRect">
            <a:avLst>
              <a:gd fmla="val 12110" name="adj"/>
            </a:avLst>
          </a:prstGeom>
          <a:solidFill>
            <a:srgbClr val="2F4B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724" name="Google Shape;1724;p160"/>
          <p:cNvSpPr txBox="1"/>
          <p:nvPr>
            <p:ph type="title"/>
          </p:nvPr>
        </p:nvSpPr>
        <p:spPr>
          <a:xfrm>
            <a:off x="367967" y="1764275"/>
            <a:ext cx="11043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000">
                <a:solidFill>
                  <a:srgbClr val="F2FAFF"/>
                </a:solidFill>
              </a:rPr>
              <a:t>Code Interpreter</a:t>
            </a:r>
            <a:endParaRPr sz="1000">
              <a:solidFill>
                <a:srgbClr val="F2FAFF"/>
              </a:solidFill>
            </a:endParaRPr>
          </a:p>
        </p:txBody>
      </p:sp>
      <p:sp>
        <p:nvSpPr>
          <p:cNvPr id="1725" name="Google Shape;1725;p160"/>
          <p:cNvSpPr/>
          <p:nvPr/>
        </p:nvSpPr>
        <p:spPr>
          <a:xfrm>
            <a:off x="1550617" y="1792000"/>
            <a:ext cx="709200" cy="288000"/>
          </a:xfrm>
          <a:prstGeom prst="roundRect">
            <a:avLst>
              <a:gd fmla="val 12110" name="adj"/>
            </a:avLst>
          </a:prstGeom>
          <a:solidFill>
            <a:srgbClr val="2F4B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726" name="Google Shape;1726;p160"/>
          <p:cNvSpPr txBox="1"/>
          <p:nvPr>
            <p:ph type="title"/>
          </p:nvPr>
        </p:nvSpPr>
        <p:spPr>
          <a:xfrm>
            <a:off x="1550617" y="1764275"/>
            <a:ext cx="6726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000">
                <a:solidFill>
                  <a:srgbClr val="F2FAFF"/>
                </a:solidFill>
              </a:rPr>
              <a:t>Sandbox</a:t>
            </a:r>
            <a:endParaRPr sz="1000">
              <a:solidFill>
                <a:srgbClr val="F2FAFF"/>
              </a:solidFill>
            </a:endParaRPr>
          </a:p>
        </p:txBody>
      </p:sp>
      <p:sp>
        <p:nvSpPr>
          <p:cNvPr id="1727" name="Google Shape;1727;p160"/>
          <p:cNvSpPr/>
          <p:nvPr/>
        </p:nvSpPr>
        <p:spPr>
          <a:xfrm>
            <a:off x="2338167" y="1792000"/>
            <a:ext cx="825300" cy="288000"/>
          </a:xfrm>
          <a:prstGeom prst="roundRect">
            <a:avLst>
              <a:gd fmla="val 12110" name="adj"/>
            </a:avLst>
          </a:prstGeom>
          <a:solidFill>
            <a:srgbClr val="2F4B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728" name="Google Shape;1728;p160"/>
          <p:cNvSpPr txBox="1"/>
          <p:nvPr>
            <p:ph type="title"/>
          </p:nvPr>
        </p:nvSpPr>
        <p:spPr>
          <a:xfrm>
            <a:off x="2338167" y="1764275"/>
            <a:ext cx="8802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000">
                <a:solidFill>
                  <a:srgbClr val="F2FAFF"/>
                </a:solidFill>
              </a:rPr>
              <a:t>Filesystem</a:t>
            </a:r>
            <a:endParaRPr sz="1000">
              <a:solidFill>
                <a:srgbClr val="F2FAFF"/>
              </a:solidFill>
            </a:endParaRPr>
          </a:p>
        </p:txBody>
      </p:sp>
      <p:sp>
        <p:nvSpPr>
          <p:cNvPr id="1729" name="Google Shape;1729;p160"/>
          <p:cNvSpPr txBox="1"/>
          <p:nvPr>
            <p:ph type="title"/>
          </p:nvPr>
        </p:nvSpPr>
        <p:spPr>
          <a:xfrm>
            <a:off x="4084265" y="1363575"/>
            <a:ext cx="25611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80">
                <a:solidFill>
                  <a:srgbClr val="F2FAFF"/>
                </a:solidFill>
              </a:rPr>
              <a:t>Delegation</a:t>
            </a:r>
            <a:endParaRPr sz="1580">
              <a:solidFill>
                <a:srgbClr val="F2FAFF"/>
              </a:solidFill>
            </a:endParaRPr>
          </a:p>
        </p:txBody>
      </p:sp>
      <p:sp>
        <p:nvSpPr>
          <p:cNvPr id="1730" name="Google Shape;1730;p160"/>
          <p:cNvSpPr/>
          <p:nvPr/>
        </p:nvSpPr>
        <p:spPr>
          <a:xfrm>
            <a:off x="367971" y="2905675"/>
            <a:ext cx="513000" cy="288000"/>
          </a:xfrm>
          <a:prstGeom prst="roundRect">
            <a:avLst>
              <a:gd fmla="val 12110" name="adj"/>
            </a:avLst>
          </a:prstGeom>
          <a:solidFill>
            <a:srgbClr val="161F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731" name="Google Shape;1731;p160"/>
          <p:cNvSpPr txBox="1"/>
          <p:nvPr>
            <p:ph type="title"/>
          </p:nvPr>
        </p:nvSpPr>
        <p:spPr>
          <a:xfrm>
            <a:off x="367976" y="2877625"/>
            <a:ext cx="5424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000">
                <a:solidFill>
                  <a:srgbClr val="F2FAFF"/>
                </a:solidFill>
              </a:rPr>
              <a:t>Skills</a:t>
            </a:r>
            <a:endParaRPr sz="1000">
              <a:solidFill>
                <a:srgbClr val="F2FAFF"/>
              </a:solidFill>
            </a:endParaRPr>
          </a:p>
        </p:txBody>
      </p:sp>
      <p:sp>
        <p:nvSpPr>
          <p:cNvPr id="1732" name="Google Shape;1732;p160"/>
          <p:cNvSpPr/>
          <p:nvPr/>
        </p:nvSpPr>
        <p:spPr>
          <a:xfrm>
            <a:off x="957330" y="2905675"/>
            <a:ext cx="709200" cy="288000"/>
          </a:xfrm>
          <a:prstGeom prst="roundRect">
            <a:avLst>
              <a:gd fmla="val 12110" name="adj"/>
            </a:avLst>
          </a:prstGeom>
          <a:solidFill>
            <a:srgbClr val="161F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733" name="Google Shape;1733;p160"/>
          <p:cNvSpPr txBox="1"/>
          <p:nvPr>
            <p:ph type="title"/>
          </p:nvPr>
        </p:nvSpPr>
        <p:spPr>
          <a:xfrm>
            <a:off x="957328" y="2877625"/>
            <a:ext cx="7092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000">
                <a:solidFill>
                  <a:srgbClr val="F2FAFF"/>
                </a:solidFill>
              </a:rPr>
              <a:t>Memory</a:t>
            </a:r>
            <a:endParaRPr sz="1000">
              <a:solidFill>
                <a:srgbClr val="F2FAFF"/>
              </a:solidFill>
            </a:endParaRPr>
          </a:p>
        </p:txBody>
      </p:sp>
      <p:sp>
        <p:nvSpPr>
          <p:cNvPr id="1734" name="Google Shape;1734;p160"/>
          <p:cNvSpPr/>
          <p:nvPr/>
        </p:nvSpPr>
        <p:spPr>
          <a:xfrm>
            <a:off x="1728339" y="2905675"/>
            <a:ext cx="1051200" cy="288000"/>
          </a:xfrm>
          <a:prstGeom prst="roundRect">
            <a:avLst>
              <a:gd fmla="val 12110" name="adj"/>
            </a:avLst>
          </a:prstGeom>
          <a:solidFill>
            <a:srgbClr val="161F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735" name="Google Shape;1735;p160"/>
          <p:cNvSpPr txBox="1"/>
          <p:nvPr>
            <p:ph type="title"/>
          </p:nvPr>
        </p:nvSpPr>
        <p:spPr>
          <a:xfrm>
            <a:off x="1728339" y="2877625"/>
            <a:ext cx="10512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000">
                <a:solidFill>
                  <a:srgbClr val="F2FAFF"/>
                </a:solidFill>
              </a:rPr>
              <a:t>Summarization</a:t>
            </a:r>
            <a:endParaRPr sz="1000">
              <a:solidFill>
                <a:srgbClr val="F2FAFF"/>
              </a:solidFill>
            </a:endParaRPr>
          </a:p>
        </p:txBody>
      </p:sp>
      <p:sp>
        <p:nvSpPr>
          <p:cNvPr id="1736" name="Google Shape;1736;p160"/>
          <p:cNvSpPr/>
          <p:nvPr/>
        </p:nvSpPr>
        <p:spPr>
          <a:xfrm>
            <a:off x="2848621" y="2905675"/>
            <a:ext cx="1242900" cy="288000"/>
          </a:xfrm>
          <a:prstGeom prst="roundRect">
            <a:avLst>
              <a:gd fmla="val 12110" name="adj"/>
            </a:avLst>
          </a:prstGeom>
          <a:solidFill>
            <a:srgbClr val="161F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737" name="Google Shape;1737;p160"/>
          <p:cNvSpPr txBox="1"/>
          <p:nvPr>
            <p:ph type="title"/>
          </p:nvPr>
        </p:nvSpPr>
        <p:spPr>
          <a:xfrm>
            <a:off x="2848621" y="2877625"/>
            <a:ext cx="13383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000">
                <a:solidFill>
                  <a:srgbClr val="F2FAFF"/>
                </a:solidFill>
              </a:rPr>
              <a:t>Context offloading</a:t>
            </a:r>
            <a:endParaRPr sz="1000">
              <a:solidFill>
                <a:srgbClr val="F2FAFF"/>
              </a:solidFill>
            </a:endParaRPr>
          </a:p>
        </p:txBody>
      </p:sp>
      <p:sp>
        <p:nvSpPr>
          <p:cNvPr id="1738" name="Google Shape;1738;p160"/>
          <p:cNvSpPr/>
          <p:nvPr/>
        </p:nvSpPr>
        <p:spPr>
          <a:xfrm>
            <a:off x="4145952" y="2905675"/>
            <a:ext cx="1051200" cy="288000"/>
          </a:xfrm>
          <a:prstGeom prst="roundRect">
            <a:avLst>
              <a:gd fmla="val 12110" name="adj"/>
            </a:avLst>
          </a:prstGeom>
          <a:solidFill>
            <a:srgbClr val="161F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739" name="Google Shape;1739;p160"/>
          <p:cNvSpPr txBox="1"/>
          <p:nvPr>
            <p:ph type="title"/>
          </p:nvPr>
        </p:nvSpPr>
        <p:spPr>
          <a:xfrm>
            <a:off x="4145951" y="2877625"/>
            <a:ext cx="10512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000">
                <a:solidFill>
                  <a:srgbClr val="F2FAFF"/>
                </a:solidFill>
              </a:rPr>
              <a:t>Prompt caching</a:t>
            </a:r>
            <a:endParaRPr sz="1000">
              <a:solidFill>
                <a:srgbClr val="F2FAFF"/>
              </a:solidFill>
            </a:endParaRPr>
          </a:p>
        </p:txBody>
      </p:sp>
      <p:sp>
        <p:nvSpPr>
          <p:cNvPr id="1740" name="Google Shape;1740;p160"/>
          <p:cNvSpPr txBox="1"/>
          <p:nvPr>
            <p:ph type="title"/>
          </p:nvPr>
        </p:nvSpPr>
        <p:spPr>
          <a:xfrm>
            <a:off x="274728" y="3245592"/>
            <a:ext cx="25611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80">
                <a:solidFill>
                  <a:srgbClr val="F2FAFF"/>
                </a:solidFill>
              </a:rPr>
              <a:t>Context management</a:t>
            </a:r>
            <a:endParaRPr sz="1580">
              <a:solidFill>
                <a:srgbClr val="F2FAFF"/>
              </a:solidFill>
            </a:endParaRPr>
          </a:p>
        </p:txBody>
      </p:sp>
      <p:sp>
        <p:nvSpPr>
          <p:cNvPr id="1741" name="Google Shape;1741;p160"/>
          <p:cNvSpPr/>
          <p:nvPr/>
        </p:nvSpPr>
        <p:spPr>
          <a:xfrm>
            <a:off x="4151329" y="1792207"/>
            <a:ext cx="709200" cy="288000"/>
          </a:xfrm>
          <a:prstGeom prst="roundRect">
            <a:avLst>
              <a:gd fmla="val 12110" name="adj"/>
            </a:avLst>
          </a:prstGeom>
          <a:solidFill>
            <a:srgbClr val="B2D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742" name="Google Shape;1742;p160"/>
          <p:cNvSpPr txBox="1"/>
          <p:nvPr>
            <p:ph type="title"/>
          </p:nvPr>
        </p:nvSpPr>
        <p:spPr>
          <a:xfrm>
            <a:off x="4151329" y="1764270"/>
            <a:ext cx="6726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000">
                <a:solidFill>
                  <a:srgbClr val="161F34"/>
                </a:solidFill>
              </a:rPr>
              <a:t>Planning</a:t>
            </a:r>
            <a:endParaRPr sz="1000">
              <a:solidFill>
                <a:srgbClr val="161F34"/>
              </a:solidFill>
            </a:endParaRPr>
          </a:p>
        </p:txBody>
      </p:sp>
      <p:sp>
        <p:nvSpPr>
          <p:cNvPr id="1743" name="Google Shape;1743;p160"/>
          <p:cNvSpPr/>
          <p:nvPr/>
        </p:nvSpPr>
        <p:spPr>
          <a:xfrm>
            <a:off x="4938879" y="1792207"/>
            <a:ext cx="825300" cy="288000"/>
          </a:xfrm>
          <a:prstGeom prst="roundRect">
            <a:avLst>
              <a:gd fmla="val 12110" name="adj"/>
            </a:avLst>
          </a:prstGeom>
          <a:solidFill>
            <a:srgbClr val="B2D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744" name="Google Shape;1744;p160"/>
          <p:cNvSpPr txBox="1"/>
          <p:nvPr>
            <p:ph type="title"/>
          </p:nvPr>
        </p:nvSpPr>
        <p:spPr>
          <a:xfrm>
            <a:off x="4938879" y="1764270"/>
            <a:ext cx="8802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000">
                <a:solidFill>
                  <a:srgbClr val="161F34"/>
                </a:solidFill>
              </a:rPr>
              <a:t>Subagents</a:t>
            </a:r>
            <a:endParaRPr sz="1000">
              <a:solidFill>
                <a:srgbClr val="161F34"/>
              </a:solidFill>
            </a:endParaRPr>
          </a:p>
        </p:txBody>
      </p:sp>
      <p:sp>
        <p:nvSpPr>
          <p:cNvPr id="1745" name="Google Shape;1745;p160"/>
          <p:cNvSpPr txBox="1"/>
          <p:nvPr>
            <p:ph type="title"/>
          </p:nvPr>
        </p:nvSpPr>
        <p:spPr>
          <a:xfrm>
            <a:off x="6405170" y="1363575"/>
            <a:ext cx="13383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80">
                <a:solidFill>
                  <a:srgbClr val="F2FAFF"/>
                </a:solidFill>
              </a:rPr>
              <a:t>Middleware</a:t>
            </a:r>
            <a:endParaRPr sz="1580">
              <a:solidFill>
                <a:srgbClr val="F2FAFF"/>
              </a:solidFill>
            </a:endParaRPr>
          </a:p>
        </p:txBody>
      </p:sp>
      <p:sp>
        <p:nvSpPr>
          <p:cNvPr id="1746" name="Google Shape;1746;p160"/>
          <p:cNvSpPr/>
          <p:nvPr/>
        </p:nvSpPr>
        <p:spPr>
          <a:xfrm>
            <a:off x="6472251" y="1792200"/>
            <a:ext cx="1271100" cy="288000"/>
          </a:xfrm>
          <a:prstGeom prst="roundRect">
            <a:avLst>
              <a:gd fmla="val 12110" name="adj"/>
            </a:avLst>
          </a:prstGeom>
          <a:solidFill>
            <a:srgbClr val="80C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747" name="Google Shape;1747;p160"/>
          <p:cNvSpPr txBox="1"/>
          <p:nvPr>
            <p:ph type="title"/>
          </p:nvPr>
        </p:nvSpPr>
        <p:spPr>
          <a:xfrm>
            <a:off x="6472225" y="1764275"/>
            <a:ext cx="14337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000">
                <a:solidFill>
                  <a:srgbClr val="161F34"/>
                </a:solidFill>
              </a:rPr>
              <a:t>Human-in-the-loop</a:t>
            </a:r>
            <a:endParaRPr sz="1000">
              <a:solidFill>
                <a:srgbClr val="161F34"/>
              </a:solidFill>
            </a:endParaRPr>
          </a:p>
        </p:txBody>
      </p:sp>
      <p:cxnSp>
        <p:nvCxnSpPr>
          <p:cNvPr id="1748" name="Google Shape;1748;p160"/>
          <p:cNvCxnSpPr/>
          <p:nvPr/>
        </p:nvCxnSpPr>
        <p:spPr>
          <a:xfrm>
            <a:off x="1887150" y="2081990"/>
            <a:ext cx="0" cy="821400"/>
          </a:xfrm>
          <a:prstGeom prst="straightConnector1">
            <a:avLst/>
          </a:prstGeom>
          <a:noFill/>
          <a:ln cap="flat" cmpd="sng" w="9525">
            <a:solidFill>
              <a:srgbClr val="FBFBF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9" name="Google Shape;1749;p160"/>
          <p:cNvCxnSpPr/>
          <p:nvPr/>
        </p:nvCxnSpPr>
        <p:spPr>
          <a:xfrm flipH="1" rot="10800000">
            <a:off x="639176" y="2605975"/>
            <a:ext cx="2796600" cy="299700"/>
          </a:xfrm>
          <a:prstGeom prst="bentConnector3">
            <a:avLst>
              <a:gd fmla="val 31" name="adj1"/>
            </a:avLst>
          </a:prstGeom>
          <a:noFill/>
          <a:ln cap="flat" cmpd="sng" w="9525">
            <a:solidFill>
              <a:srgbClr val="FBFBF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0" name="Google Shape;1750;p160"/>
          <p:cNvCxnSpPr/>
          <p:nvPr/>
        </p:nvCxnSpPr>
        <p:spPr>
          <a:xfrm flipH="1" rot="10800000">
            <a:off x="1313201" y="2604175"/>
            <a:ext cx="576600" cy="301500"/>
          </a:xfrm>
          <a:prstGeom prst="bentConnector3">
            <a:avLst>
              <a:gd fmla="val 260" name="adj1"/>
            </a:avLst>
          </a:prstGeom>
          <a:noFill/>
          <a:ln cap="flat" cmpd="sng" w="9525">
            <a:solidFill>
              <a:srgbClr val="FBFBF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1" name="Google Shape;1751;p160"/>
          <p:cNvCxnSpPr/>
          <p:nvPr/>
        </p:nvCxnSpPr>
        <p:spPr>
          <a:xfrm>
            <a:off x="3439687" y="2600297"/>
            <a:ext cx="0" cy="302100"/>
          </a:xfrm>
          <a:prstGeom prst="straightConnector1">
            <a:avLst/>
          </a:prstGeom>
          <a:noFill/>
          <a:ln cap="flat" cmpd="sng" w="9525">
            <a:solidFill>
              <a:srgbClr val="FBFBFB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5" name="Shape 1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6" name="Google Shape;1756;p161"/>
          <p:cNvSpPr txBox="1"/>
          <p:nvPr>
            <p:ph type="title"/>
          </p:nvPr>
        </p:nvSpPr>
        <p:spPr>
          <a:xfrm>
            <a:off x="311700" y="28626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80C7FF"/>
                </a:solidFill>
              </a:rPr>
              <a:t>Base Deep Agents harness</a:t>
            </a:r>
            <a:endParaRPr>
              <a:solidFill>
                <a:srgbClr val="80C7FF"/>
              </a:solidFill>
            </a:endParaRPr>
          </a:p>
        </p:txBody>
      </p:sp>
      <p:sp>
        <p:nvSpPr>
          <p:cNvPr id="1757" name="Google Shape;1757;p161"/>
          <p:cNvSpPr/>
          <p:nvPr/>
        </p:nvSpPr>
        <p:spPr>
          <a:xfrm>
            <a:off x="4835600" y="370688"/>
            <a:ext cx="2284200" cy="451500"/>
          </a:xfrm>
          <a:prstGeom prst="roundRect">
            <a:avLst>
              <a:gd fmla="val 4038" name="adj"/>
            </a:avLst>
          </a:prstGeom>
          <a:solidFill>
            <a:srgbClr val="0D1322"/>
          </a:solidFill>
          <a:ln cap="flat" cmpd="sng" w="9525">
            <a:solidFill>
              <a:srgbClr val="7F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758" name="Google Shape;1758;p161"/>
          <p:cNvSpPr txBox="1"/>
          <p:nvPr/>
        </p:nvSpPr>
        <p:spPr>
          <a:xfrm>
            <a:off x="5044097" y="381949"/>
            <a:ext cx="18672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625" lIns="30625" spcFirstLastPara="1" rIns="30625" wrap="square" tIns="30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74">
                <a:solidFill>
                  <a:srgbClr val="F2FAFF"/>
                </a:solidFill>
                <a:latin typeface="Inter Tight"/>
                <a:ea typeface="Inter Tight"/>
                <a:cs typeface="Inter Tight"/>
                <a:sym typeface="Inter Tight"/>
              </a:rPr>
              <a:t>Anatomy of a harness</a:t>
            </a:r>
            <a:endParaRPr sz="1374">
              <a:solidFill>
                <a:srgbClr val="F2FAFF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759" name="Google Shape;1759;p161"/>
          <p:cNvSpPr txBox="1"/>
          <p:nvPr>
            <p:ph type="title"/>
          </p:nvPr>
        </p:nvSpPr>
        <p:spPr>
          <a:xfrm>
            <a:off x="274728" y="1363575"/>
            <a:ext cx="25611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80">
                <a:solidFill>
                  <a:srgbClr val="F2FAFF"/>
                </a:solidFill>
              </a:rPr>
              <a:t>Execution Environment</a:t>
            </a:r>
            <a:endParaRPr sz="1580">
              <a:solidFill>
                <a:srgbClr val="F2FAFF"/>
              </a:solidFill>
            </a:endParaRPr>
          </a:p>
        </p:txBody>
      </p:sp>
      <p:sp>
        <p:nvSpPr>
          <p:cNvPr id="1760" name="Google Shape;1760;p161"/>
          <p:cNvSpPr/>
          <p:nvPr/>
        </p:nvSpPr>
        <p:spPr>
          <a:xfrm>
            <a:off x="367967" y="1792000"/>
            <a:ext cx="1104300" cy="288000"/>
          </a:xfrm>
          <a:prstGeom prst="roundRect">
            <a:avLst>
              <a:gd fmla="val 12110" name="adj"/>
            </a:avLst>
          </a:prstGeom>
          <a:solidFill>
            <a:srgbClr val="2F4B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761" name="Google Shape;1761;p161"/>
          <p:cNvSpPr txBox="1"/>
          <p:nvPr>
            <p:ph type="title"/>
          </p:nvPr>
        </p:nvSpPr>
        <p:spPr>
          <a:xfrm>
            <a:off x="367967" y="1764275"/>
            <a:ext cx="11043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000">
                <a:solidFill>
                  <a:srgbClr val="F2FAFF"/>
                </a:solidFill>
              </a:rPr>
              <a:t>Code Interpreter</a:t>
            </a:r>
            <a:endParaRPr sz="1000">
              <a:solidFill>
                <a:srgbClr val="F2FAFF"/>
              </a:solidFill>
            </a:endParaRPr>
          </a:p>
        </p:txBody>
      </p:sp>
      <p:sp>
        <p:nvSpPr>
          <p:cNvPr id="1762" name="Google Shape;1762;p161"/>
          <p:cNvSpPr/>
          <p:nvPr/>
        </p:nvSpPr>
        <p:spPr>
          <a:xfrm>
            <a:off x="1550617" y="1792000"/>
            <a:ext cx="709200" cy="288000"/>
          </a:xfrm>
          <a:prstGeom prst="roundRect">
            <a:avLst>
              <a:gd fmla="val 12110" name="adj"/>
            </a:avLst>
          </a:prstGeom>
          <a:solidFill>
            <a:srgbClr val="2F4B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763" name="Google Shape;1763;p161"/>
          <p:cNvSpPr txBox="1"/>
          <p:nvPr>
            <p:ph type="title"/>
          </p:nvPr>
        </p:nvSpPr>
        <p:spPr>
          <a:xfrm>
            <a:off x="1550617" y="1764275"/>
            <a:ext cx="6726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000">
                <a:solidFill>
                  <a:srgbClr val="F2FAFF"/>
                </a:solidFill>
              </a:rPr>
              <a:t>Sandbox</a:t>
            </a:r>
            <a:endParaRPr sz="1000">
              <a:solidFill>
                <a:srgbClr val="F2FAFF"/>
              </a:solidFill>
            </a:endParaRPr>
          </a:p>
        </p:txBody>
      </p:sp>
      <p:sp>
        <p:nvSpPr>
          <p:cNvPr id="1764" name="Google Shape;1764;p161"/>
          <p:cNvSpPr/>
          <p:nvPr/>
        </p:nvSpPr>
        <p:spPr>
          <a:xfrm>
            <a:off x="2338167" y="1792000"/>
            <a:ext cx="825300" cy="288000"/>
          </a:xfrm>
          <a:prstGeom prst="roundRect">
            <a:avLst>
              <a:gd fmla="val 12110" name="adj"/>
            </a:avLst>
          </a:prstGeom>
          <a:solidFill>
            <a:srgbClr val="2F4B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765" name="Google Shape;1765;p161"/>
          <p:cNvSpPr txBox="1"/>
          <p:nvPr>
            <p:ph type="title"/>
          </p:nvPr>
        </p:nvSpPr>
        <p:spPr>
          <a:xfrm>
            <a:off x="2338167" y="1764275"/>
            <a:ext cx="8802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000">
                <a:solidFill>
                  <a:srgbClr val="F2FAFF"/>
                </a:solidFill>
              </a:rPr>
              <a:t>Filesystem</a:t>
            </a:r>
            <a:endParaRPr sz="1000">
              <a:solidFill>
                <a:srgbClr val="F2FAFF"/>
              </a:solidFill>
            </a:endParaRPr>
          </a:p>
        </p:txBody>
      </p:sp>
      <p:sp>
        <p:nvSpPr>
          <p:cNvPr id="1766" name="Google Shape;1766;p161"/>
          <p:cNvSpPr txBox="1"/>
          <p:nvPr>
            <p:ph type="title"/>
          </p:nvPr>
        </p:nvSpPr>
        <p:spPr>
          <a:xfrm>
            <a:off x="4084265" y="1363575"/>
            <a:ext cx="25611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80">
                <a:solidFill>
                  <a:srgbClr val="F2FAFF"/>
                </a:solidFill>
              </a:rPr>
              <a:t>Delegation</a:t>
            </a:r>
            <a:endParaRPr sz="1580">
              <a:solidFill>
                <a:srgbClr val="F2FAFF"/>
              </a:solidFill>
            </a:endParaRPr>
          </a:p>
        </p:txBody>
      </p:sp>
      <p:sp>
        <p:nvSpPr>
          <p:cNvPr id="1767" name="Google Shape;1767;p161"/>
          <p:cNvSpPr/>
          <p:nvPr/>
        </p:nvSpPr>
        <p:spPr>
          <a:xfrm>
            <a:off x="367971" y="2905675"/>
            <a:ext cx="513000" cy="288000"/>
          </a:xfrm>
          <a:prstGeom prst="roundRect">
            <a:avLst>
              <a:gd fmla="val 12110" name="adj"/>
            </a:avLst>
          </a:prstGeom>
          <a:solidFill>
            <a:srgbClr val="161F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768" name="Google Shape;1768;p161"/>
          <p:cNvSpPr txBox="1"/>
          <p:nvPr>
            <p:ph type="title"/>
          </p:nvPr>
        </p:nvSpPr>
        <p:spPr>
          <a:xfrm>
            <a:off x="367976" y="2877625"/>
            <a:ext cx="5424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000">
                <a:solidFill>
                  <a:srgbClr val="F2FAFF"/>
                </a:solidFill>
              </a:rPr>
              <a:t>Skills</a:t>
            </a:r>
            <a:endParaRPr sz="1000">
              <a:solidFill>
                <a:srgbClr val="F2FAFF"/>
              </a:solidFill>
            </a:endParaRPr>
          </a:p>
        </p:txBody>
      </p:sp>
      <p:sp>
        <p:nvSpPr>
          <p:cNvPr id="1769" name="Google Shape;1769;p161"/>
          <p:cNvSpPr/>
          <p:nvPr/>
        </p:nvSpPr>
        <p:spPr>
          <a:xfrm>
            <a:off x="957330" y="2905675"/>
            <a:ext cx="709200" cy="288000"/>
          </a:xfrm>
          <a:prstGeom prst="roundRect">
            <a:avLst>
              <a:gd fmla="val 12110" name="adj"/>
            </a:avLst>
          </a:prstGeom>
          <a:solidFill>
            <a:srgbClr val="161F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770" name="Google Shape;1770;p161"/>
          <p:cNvSpPr txBox="1"/>
          <p:nvPr>
            <p:ph type="title"/>
          </p:nvPr>
        </p:nvSpPr>
        <p:spPr>
          <a:xfrm>
            <a:off x="957328" y="2877625"/>
            <a:ext cx="7092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000">
                <a:solidFill>
                  <a:srgbClr val="F2FAFF"/>
                </a:solidFill>
              </a:rPr>
              <a:t>Memory</a:t>
            </a:r>
            <a:endParaRPr sz="1000">
              <a:solidFill>
                <a:srgbClr val="F2FAFF"/>
              </a:solidFill>
            </a:endParaRPr>
          </a:p>
        </p:txBody>
      </p:sp>
      <p:sp>
        <p:nvSpPr>
          <p:cNvPr id="1771" name="Google Shape;1771;p161"/>
          <p:cNvSpPr/>
          <p:nvPr/>
        </p:nvSpPr>
        <p:spPr>
          <a:xfrm>
            <a:off x="1728339" y="2905675"/>
            <a:ext cx="1051200" cy="288000"/>
          </a:xfrm>
          <a:prstGeom prst="roundRect">
            <a:avLst>
              <a:gd fmla="val 12110" name="adj"/>
            </a:avLst>
          </a:prstGeom>
          <a:solidFill>
            <a:srgbClr val="161F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772" name="Google Shape;1772;p161"/>
          <p:cNvSpPr txBox="1"/>
          <p:nvPr>
            <p:ph type="title"/>
          </p:nvPr>
        </p:nvSpPr>
        <p:spPr>
          <a:xfrm>
            <a:off x="1728339" y="2877625"/>
            <a:ext cx="10512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000">
                <a:solidFill>
                  <a:srgbClr val="F2FAFF"/>
                </a:solidFill>
              </a:rPr>
              <a:t>Summarization</a:t>
            </a:r>
            <a:endParaRPr sz="1000">
              <a:solidFill>
                <a:srgbClr val="F2FAFF"/>
              </a:solidFill>
            </a:endParaRPr>
          </a:p>
        </p:txBody>
      </p:sp>
      <p:sp>
        <p:nvSpPr>
          <p:cNvPr id="1773" name="Google Shape;1773;p161"/>
          <p:cNvSpPr/>
          <p:nvPr/>
        </p:nvSpPr>
        <p:spPr>
          <a:xfrm>
            <a:off x="2848621" y="2905675"/>
            <a:ext cx="1242900" cy="288000"/>
          </a:xfrm>
          <a:prstGeom prst="roundRect">
            <a:avLst>
              <a:gd fmla="val 12110" name="adj"/>
            </a:avLst>
          </a:prstGeom>
          <a:solidFill>
            <a:srgbClr val="161F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774" name="Google Shape;1774;p161"/>
          <p:cNvSpPr txBox="1"/>
          <p:nvPr>
            <p:ph type="title"/>
          </p:nvPr>
        </p:nvSpPr>
        <p:spPr>
          <a:xfrm>
            <a:off x="2848621" y="2877625"/>
            <a:ext cx="13383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000">
                <a:solidFill>
                  <a:srgbClr val="F2FAFF"/>
                </a:solidFill>
              </a:rPr>
              <a:t>Context offloading</a:t>
            </a:r>
            <a:endParaRPr sz="1000">
              <a:solidFill>
                <a:srgbClr val="F2FAFF"/>
              </a:solidFill>
            </a:endParaRPr>
          </a:p>
        </p:txBody>
      </p:sp>
      <p:sp>
        <p:nvSpPr>
          <p:cNvPr id="1775" name="Google Shape;1775;p161"/>
          <p:cNvSpPr/>
          <p:nvPr/>
        </p:nvSpPr>
        <p:spPr>
          <a:xfrm>
            <a:off x="4145952" y="2905675"/>
            <a:ext cx="1051200" cy="288000"/>
          </a:xfrm>
          <a:prstGeom prst="roundRect">
            <a:avLst>
              <a:gd fmla="val 12110" name="adj"/>
            </a:avLst>
          </a:prstGeom>
          <a:solidFill>
            <a:srgbClr val="161F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776" name="Google Shape;1776;p161"/>
          <p:cNvSpPr txBox="1"/>
          <p:nvPr>
            <p:ph type="title"/>
          </p:nvPr>
        </p:nvSpPr>
        <p:spPr>
          <a:xfrm>
            <a:off x="4145951" y="2877625"/>
            <a:ext cx="10512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000">
                <a:solidFill>
                  <a:srgbClr val="F2FAFF"/>
                </a:solidFill>
              </a:rPr>
              <a:t>Prompt caching</a:t>
            </a:r>
            <a:endParaRPr sz="1000">
              <a:solidFill>
                <a:srgbClr val="F2FAFF"/>
              </a:solidFill>
            </a:endParaRPr>
          </a:p>
        </p:txBody>
      </p:sp>
      <p:sp>
        <p:nvSpPr>
          <p:cNvPr id="1777" name="Google Shape;1777;p161"/>
          <p:cNvSpPr txBox="1"/>
          <p:nvPr>
            <p:ph type="title"/>
          </p:nvPr>
        </p:nvSpPr>
        <p:spPr>
          <a:xfrm>
            <a:off x="274728" y="3245592"/>
            <a:ext cx="25611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80">
                <a:solidFill>
                  <a:srgbClr val="F2FAFF"/>
                </a:solidFill>
              </a:rPr>
              <a:t>Context management</a:t>
            </a:r>
            <a:endParaRPr sz="1580">
              <a:solidFill>
                <a:srgbClr val="F2FAFF"/>
              </a:solidFill>
            </a:endParaRPr>
          </a:p>
        </p:txBody>
      </p:sp>
      <p:sp>
        <p:nvSpPr>
          <p:cNvPr id="1778" name="Google Shape;1778;p161"/>
          <p:cNvSpPr/>
          <p:nvPr/>
        </p:nvSpPr>
        <p:spPr>
          <a:xfrm>
            <a:off x="4151329" y="1792207"/>
            <a:ext cx="709200" cy="288000"/>
          </a:xfrm>
          <a:prstGeom prst="roundRect">
            <a:avLst>
              <a:gd fmla="val 12110" name="adj"/>
            </a:avLst>
          </a:prstGeom>
          <a:solidFill>
            <a:srgbClr val="B2D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779" name="Google Shape;1779;p161"/>
          <p:cNvSpPr txBox="1"/>
          <p:nvPr>
            <p:ph type="title"/>
          </p:nvPr>
        </p:nvSpPr>
        <p:spPr>
          <a:xfrm>
            <a:off x="4151329" y="1764270"/>
            <a:ext cx="6726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000">
                <a:solidFill>
                  <a:srgbClr val="161F34"/>
                </a:solidFill>
              </a:rPr>
              <a:t>Planning</a:t>
            </a:r>
            <a:endParaRPr sz="1000">
              <a:solidFill>
                <a:srgbClr val="161F34"/>
              </a:solidFill>
            </a:endParaRPr>
          </a:p>
        </p:txBody>
      </p:sp>
      <p:sp>
        <p:nvSpPr>
          <p:cNvPr id="1780" name="Google Shape;1780;p161"/>
          <p:cNvSpPr/>
          <p:nvPr/>
        </p:nvSpPr>
        <p:spPr>
          <a:xfrm>
            <a:off x="4938879" y="1792207"/>
            <a:ext cx="825300" cy="288000"/>
          </a:xfrm>
          <a:prstGeom prst="roundRect">
            <a:avLst>
              <a:gd fmla="val 12110" name="adj"/>
            </a:avLst>
          </a:prstGeom>
          <a:solidFill>
            <a:srgbClr val="B2D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781" name="Google Shape;1781;p161"/>
          <p:cNvSpPr txBox="1"/>
          <p:nvPr>
            <p:ph type="title"/>
          </p:nvPr>
        </p:nvSpPr>
        <p:spPr>
          <a:xfrm>
            <a:off x="4938879" y="1764270"/>
            <a:ext cx="8802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000">
                <a:solidFill>
                  <a:srgbClr val="161F34"/>
                </a:solidFill>
              </a:rPr>
              <a:t>Subagents</a:t>
            </a:r>
            <a:endParaRPr sz="1000">
              <a:solidFill>
                <a:srgbClr val="161F34"/>
              </a:solidFill>
            </a:endParaRPr>
          </a:p>
        </p:txBody>
      </p:sp>
      <p:sp>
        <p:nvSpPr>
          <p:cNvPr id="1782" name="Google Shape;1782;p161"/>
          <p:cNvSpPr txBox="1"/>
          <p:nvPr>
            <p:ph type="title"/>
          </p:nvPr>
        </p:nvSpPr>
        <p:spPr>
          <a:xfrm>
            <a:off x="6405170" y="1363575"/>
            <a:ext cx="13383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80">
                <a:solidFill>
                  <a:srgbClr val="F2FAFF"/>
                </a:solidFill>
              </a:rPr>
              <a:t>Middleware</a:t>
            </a:r>
            <a:endParaRPr sz="1580">
              <a:solidFill>
                <a:srgbClr val="F2FAFF"/>
              </a:solidFill>
            </a:endParaRPr>
          </a:p>
        </p:txBody>
      </p:sp>
      <p:sp>
        <p:nvSpPr>
          <p:cNvPr id="1783" name="Google Shape;1783;p161"/>
          <p:cNvSpPr/>
          <p:nvPr/>
        </p:nvSpPr>
        <p:spPr>
          <a:xfrm>
            <a:off x="6472251" y="1792200"/>
            <a:ext cx="1271100" cy="288000"/>
          </a:xfrm>
          <a:prstGeom prst="roundRect">
            <a:avLst>
              <a:gd fmla="val 12110" name="adj"/>
            </a:avLst>
          </a:prstGeom>
          <a:solidFill>
            <a:srgbClr val="80C7FF"/>
          </a:solidFill>
          <a:ln cap="flat" cmpd="sng" w="28575">
            <a:solidFill>
              <a:srgbClr val="FBFBF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cxnSp>
        <p:nvCxnSpPr>
          <p:cNvPr id="1784" name="Google Shape;1784;p161"/>
          <p:cNvCxnSpPr/>
          <p:nvPr/>
        </p:nvCxnSpPr>
        <p:spPr>
          <a:xfrm>
            <a:off x="1887150" y="2081990"/>
            <a:ext cx="0" cy="821400"/>
          </a:xfrm>
          <a:prstGeom prst="straightConnector1">
            <a:avLst/>
          </a:prstGeom>
          <a:noFill/>
          <a:ln cap="flat" cmpd="sng" w="9525">
            <a:solidFill>
              <a:srgbClr val="FBFBF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5" name="Google Shape;1785;p161"/>
          <p:cNvCxnSpPr/>
          <p:nvPr/>
        </p:nvCxnSpPr>
        <p:spPr>
          <a:xfrm flipH="1" rot="10800000">
            <a:off x="639176" y="2605975"/>
            <a:ext cx="2796600" cy="299700"/>
          </a:xfrm>
          <a:prstGeom prst="bentConnector3">
            <a:avLst>
              <a:gd fmla="val 31" name="adj1"/>
            </a:avLst>
          </a:prstGeom>
          <a:noFill/>
          <a:ln cap="flat" cmpd="sng" w="9525">
            <a:solidFill>
              <a:srgbClr val="FBFBF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6" name="Google Shape;1786;p161"/>
          <p:cNvCxnSpPr/>
          <p:nvPr/>
        </p:nvCxnSpPr>
        <p:spPr>
          <a:xfrm flipH="1" rot="10800000">
            <a:off x="1313201" y="2604175"/>
            <a:ext cx="576600" cy="301500"/>
          </a:xfrm>
          <a:prstGeom prst="bentConnector3">
            <a:avLst>
              <a:gd fmla="val 260" name="adj1"/>
            </a:avLst>
          </a:prstGeom>
          <a:noFill/>
          <a:ln cap="flat" cmpd="sng" w="9525">
            <a:solidFill>
              <a:srgbClr val="FBFBF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7" name="Google Shape;1787;p161"/>
          <p:cNvCxnSpPr/>
          <p:nvPr/>
        </p:nvCxnSpPr>
        <p:spPr>
          <a:xfrm>
            <a:off x="3439687" y="2600297"/>
            <a:ext cx="0" cy="302100"/>
          </a:xfrm>
          <a:prstGeom prst="straightConnector1">
            <a:avLst/>
          </a:prstGeom>
          <a:noFill/>
          <a:ln cap="flat" cmpd="sng" w="9525">
            <a:solidFill>
              <a:srgbClr val="FBFBFB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88" name="Google Shape;1788;p161"/>
          <p:cNvSpPr/>
          <p:nvPr/>
        </p:nvSpPr>
        <p:spPr>
          <a:xfrm>
            <a:off x="200100" y="1320700"/>
            <a:ext cx="3313800" cy="1584900"/>
          </a:xfrm>
          <a:prstGeom prst="rect">
            <a:avLst/>
          </a:prstGeom>
          <a:solidFill>
            <a:srgbClr val="030710">
              <a:alpha val="829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789" name="Google Shape;1789;p161"/>
          <p:cNvSpPr txBox="1"/>
          <p:nvPr>
            <p:ph type="title"/>
          </p:nvPr>
        </p:nvSpPr>
        <p:spPr>
          <a:xfrm>
            <a:off x="6472225" y="1764275"/>
            <a:ext cx="14337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000">
                <a:solidFill>
                  <a:srgbClr val="161F34"/>
                </a:solidFill>
              </a:rPr>
              <a:t>Human-in-the-loop</a:t>
            </a:r>
            <a:endParaRPr sz="1000">
              <a:solidFill>
                <a:srgbClr val="161F34"/>
              </a:solidFill>
            </a:endParaRPr>
          </a:p>
        </p:txBody>
      </p:sp>
      <p:sp>
        <p:nvSpPr>
          <p:cNvPr id="1790" name="Google Shape;1790;p161"/>
          <p:cNvSpPr/>
          <p:nvPr/>
        </p:nvSpPr>
        <p:spPr>
          <a:xfrm>
            <a:off x="200100" y="2902400"/>
            <a:ext cx="4997100" cy="722400"/>
          </a:xfrm>
          <a:prstGeom prst="rect">
            <a:avLst/>
          </a:prstGeom>
          <a:solidFill>
            <a:srgbClr val="030710">
              <a:alpha val="829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791" name="Google Shape;1791;p161"/>
          <p:cNvSpPr/>
          <p:nvPr/>
        </p:nvSpPr>
        <p:spPr>
          <a:xfrm>
            <a:off x="4091519" y="1405975"/>
            <a:ext cx="1713000" cy="722400"/>
          </a:xfrm>
          <a:prstGeom prst="rect">
            <a:avLst/>
          </a:prstGeom>
          <a:solidFill>
            <a:srgbClr val="030710">
              <a:alpha val="829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5" name="Shape 1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6" name="Google Shape;1796;p162"/>
          <p:cNvSpPr txBox="1"/>
          <p:nvPr>
            <p:ph type="title"/>
          </p:nvPr>
        </p:nvSpPr>
        <p:spPr>
          <a:xfrm>
            <a:off x="311700" y="286263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HITL</a:t>
            </a:r>
            <a:endParaRPr/>
          </a:p>
        </p:txBody>
      </p:sp>
      <p:sp>
        <p:nvSpPr>
          <p:cNvPr id="1797" name="Google Shape;1797;p162"/>
          <p:cNvSpPr/>
          <p:nvPr/>
        </p:nvSpPr>
        <p:spPr>
          <a:xfrm>
            <a:off x="3787813" y="1309050"/>
            <a:ext cx="1615200" cy="418800"/>
          </a:xfrm>
          <a:prstGeom prst="roundRect">
            <a:avLst>
              <a:gd fmla="val 16667" name="adj"/>
            </a:avLst>
          </a:prstGeom>
          <a:solidFill>
            <a:srgbClr val="7CC3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Mono"/>
                <a:ea typeface="IBM Plex Mono"/>
                <a:cs typeface="IBM Plex Mono"/>
                <a:sym typeface="IBM Plex Mono"/>
              </a:rPr>
              <a:t>input</a:t>
            </a:r>
            <a:endParaRPr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1" name="Shape 1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" name="Google Shape;1802;p163"/>
          <p:cNvSpPr/>
          <p:nvPr/>
        </p:nvSpPr>
        <p:spPr>
          <a:xfrm>
            <a:off x="3787813" y="1309050"/>
            <a:ext cx="1615200" cy="418800"/>
          </a:xfrm>
          <a:prstGeom prst="roundRect">
            <a:avLst>
              <a:gd fmla="val 16667" name="adj"/>
            </a:avLst>
          </a:prstGeom>
          <a:solidFill>
            <a:srgbClr val="7CC3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Mono"/>
                <a:ea typeface="IBM Plex Mono"/>
                <a:cs typeface="IBM Plex Mono"/>
                <a:sym typeface="IBM Plex Mono"/>
              </a:rPr>
              <a:t>input</a:t>
            </a:r>
            <a:endParaRPr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803" name="Google Shape;1803;p163"/>
          <p:cNvSpPr/>
          <p:nvPr/>
        </p:nvSpPr>
        <p:spPr>
          <a:xfrm>
            <a:off x="3975913" y="2162950"/>
            <a:ext cx="1239000" cy="418800"/>
          </a:xfrm>
          <a:prstGeom prst="roundRect">
            <a:avLst>
              <a:gd fmla="val 16667" name="adj"/>
            </a:avLst>
          </a:prstGeom>
          <a:solidFill>
            <a:srgbClr val="8952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model</a:t>
            </a:r>
            <a:endParaRPr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1804" name="Google Shape;1804;p163"/>
          <p:cNvCxnSpPr>
            <a:stCxn id="1802" idx="2"/>
            <a:endCxn id="1803" idx="0"/>
          </p:cNvCxnSpPr>
          <p:nvPr/>
        </p:nvCxnSpPr>
        <p:spPr>
          <a:xfrm>
            <a:off x="4595413" y="1727850"/>
            <a:ext cx="0" cy="435000"/>
          </a:xfrm>
          <a:prstGeom prst="straightConnector1">
            <a:avLst/>
          </a:prstGeom>
          <a:noFill/>
          <a:ln cap="flat" cmpd="sng" w="19050">
            <a:solidFill>
              <a:srgbClr val="CDE8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05" name="Google Shape;1805;p163"/>
          <p:cNvSpPr txBox="1"/>
          <p:nvPr>
            <p:ph type="title"/>
          </p:nvPr>
        </p:nvSpPr>
        <p:spPr>
          <a:xfrm>
            <a:off x="311700" y="286263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HITL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9" name="Shape 1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0" name="Google Shape;1810;p164"/>
          <p:cNvSpPr/>
          <p:nvPr/>
        </p:nvSpPr>
        <p:spPr>
          <a:xfrm>
            <a:off x="3787813" y="1309050"/>
            <a:ext cx="1615200" cy="418800"/>
          </a:xfrm>
          <a:prstGeom prst="roundRect">
            <a:avLst>
              <a:gd fmla="val 16667" name="adj"/>
            </a:avLst>
          </a:prstGeom>
          <a:solidFill>
            <a:srgbClr val="0D13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Mono"/>
                <a:ea typeface="IBM Plex Mono"/>
                <a:cs typeface="IBM Plex Mono"/>
                <a:sym typeface="IBM Plex Mono"/>
              </a:rPr>
              <a:t>input</a:t>
            </a:r>
            <a:endParaRPr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811" name="Google Shape;1811;p164"/>
          <p:cNvSpPr/>
          <p:nvPr/>
        </p:nvSpPr>
        <p:spPr>
          <a:xfrm>
            <a:off x="3975913" y="2162950"/>
            <a:ext cx="1239000" cy="418800"/>
          </a:xfrm>
          <a:prstGeom prst="roundRect">
            <a:avLst>
              <a:gd fmla="val 16667" name="adj"/>
            </a:avLst>
          </a:prstGeom>
          <a:solidFill>
            <a:srgbClr val="8952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model</a:t>
            </a:r>
            <a:endParaRPr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1812" name="Google Shape;1812;p164"/>
          <p:cNvCxnSpPr>
            <a:stCxn id="1810" idx="2"/>
            <a:endCxn id="1811" idx="0"/>
          </p:cNvCxnSpPr>
          <p:nvPr/>
        </p:nvCxnSpPr>
        <p:spPr>
          <a:xfrm>
            <a:off x="4595413" y="1727850"/>
            <a:ext cx="0" cy="435000"/>
          </a:xfrm>
          <a:prstGeom prst="straightConnector1">
            <a:avLst/>
          </a:prstGeom>
          <a:noFill/>
          <a:ln cap="flat" cmpd="sng" w="19050">
            <a:solidFill>
              <a:srgbClr val="0D13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13" name="Google Shape;1813;p164"/>
          <p:cNvCxnSpPr>
            <a:stCxn id="1811" idx="1"/>
          </p:cNvCxnSpPr>
          <p:nvPr/>
        </p:nvCxnSpPr>
        <p:spPr>
          <a:xfrm flipH="1">
            <a:off x="3429013" y="2372350"/>
            <a:ext cx="546900" cy="569100"/>
          </a:xfrm>
          <a:prstGeom prst="curvedConnector2">
            <a:avLst/>
          </a:prstGeom>
          <a:noFill/>
          <a:ln cap="flat" cmpd="sng" w="19050">
            <a:solidFill>
              <a:srgbClr val="7A61A5"/>
            </a:solidFill>
            <a:prstDash val="dash"/>
            <a:round/>
            <a:headEnd len="med" w="med" type="none"/>
            <a:tailEnd len="med" w="med" type="stealth"/>
          </a:ln>
        </p:spPr>
      </p:cxnSp>
      <p:pic>
        <p:nvPicPr>
          <p:cNvPr descr="Icon of a person silhouette in white inside a purple circle." id="1814" name="Google Shape;1814;p1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0468" y="2336721"/>
            <a:ext cx="418800" cy="4188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815" name="Google Shape;1815;p164"/>
          <p:cNvSpPr/>
          <p:nvPr/>
        </p:nvSpPr>
        <p:spPr>
          <a:xfrm>
            <a:off x="2513124" y="2966675"/>
            <a:ext cx="1462800" cy="418800"/>
          </a:xfrm>
          <a:prstGeom prst="roundRect">
            <a:avLst>
              <a:gd fmla="val 16667" name="adj"/>
            </a:avLst>
          </a:prstGeom>
          <a:solidFill>
            <a:srgbClr val="95C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Mono"/>
                <a:ea typeface="IBM Plex Mono"/>
                <a:cs typeface="IBM Plex Mono"/>
                <a:sym typeface="IBM Plex Mono"/>
              </a:rPr>
              <a:t>tool</a:t>
            </a:r>
            <a:endParaRPr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816" name="Google Shape;1816;p164"/>
          <p:cNvSpPr txBox="1"/>
          <p:nvPr>
            <p:ph type="title"/>
          </p:nvPr>
        </p:nvSpPr>
        <p:spPr>
          <a:xfrm>
            <a:off x="311700" y="286263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HITL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0" name="Shape 1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1" name="Google Shape;1821;p165"/>
          <p:cNvSpPr/>
          <p:nvPr/>
        </p:nvSpPr>
        <p:spPr>
          <a:xfrm>
            <a:off x="3787813" y="1309050"/>
            <a:ext cx="1615200" cy="418800"/>
          </a:xfrm>
          <a:prstGeom prst="roundRect">
            <a:avLst>
              <a:gd fmla="val 16667" name="adj"/>
            </a:avLst>
          </a:prstGeom>
          <a:solidFill>
            <a:srgbClr val="0D13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Mono"/>
                <a:ea typeface="IBM Plex Mono"/>
                <a:cs typeface="IBM Plex Mono"/>
                <a:sym typeface="IBM Plex Mono"/>
              </a:rPr>
              <a:t>input</a:t>
            </a:r>
            <a:endParaRPr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822" name="Google Shape;1822;p165"/>
          <p:cNvSpPr/>
          <p:nvPr/>
        </p:nvSpPr>
        <p:spPr>
          <a:xfrm>
            <a:off x="3975913" y="2162950"/>
            <a:ext cx="1239000" cy="418800"/>
          </a:xfrm>
          <a:prstGeom prst="roundRect">
            <a:avLst>
              <a:gd fmla="val 16667" name="adj"/>
            </a:avLst>
          </a:prstGeom>
          <a:solidFill>
            <a:srgbClr val="8952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model</a:t>
            </a:r>
            <a:endParaRPr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1823" name="Google Shape;1823;p165"/>
          <p:cNvCxnSpPr>
            <a:stCxn id="1821" idx="2"/>
            <a:endCxn id="1822" idx="0"/>
          </p:cNvCxnSpPr>
          <p:nvPr/>
        </p:nvCxnSpPr>
        <p:spPr>
          <a:xfrm>
            <a:off x="4595413" y="1727850"/>
            <a:ext cx="0" cy="435000"/>
          </a:xfrm>
          <a:prstGeom prst="straightConnector1">
            <a:avLst/>
          </a:prstGeom>
          <a:noFill/>
          <a:ln cap="flat" cmpd="sng" w="19050">
            <a:solidFill>
              <a:srgbClr val="0D13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24" name="Google Shape;1824;p165"/>
          <p:cNvCxnSpPr>
            <a:stCxn id="1822" idx="1"/>
          </p:cNvCxnSpPr>
          <p:nvPr/>
        </p:nvCxnSpPr>
        <p:spPr>
          <a:xfrm flipH="1">
            <a:off x="3429013" y="2372350"/>
            <a:ext cx="546900" cy="569100"/>
          </a:xfrm>
          <a:prstGeom prst="curvedConnector2">
            <a:avLst/>
          </a:prstGeom>
          <a:noFill/>
          <a:ln cap="flat" cmpd="sng" w="19050">
            <a:solidFill>
              <a:srgbClr val="7A61A5"/>
            </a:solidFill>
            <a:prstDash val="dash"/>
            <a:round/>
            <a:headEnd len="med" w="med" type="none"/>
            <a:tailEnd len="med" w="med" type="stealth"/>
          </a:ln>
        </p:spPr>
      </p:cxnSp>
      <p:pic>
        <p:nvPicPr>
          <p:cNvPr descr="Icon of a person silhouette in white inside a purple circle." id="1825" name="Google Shape;1825;p1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0468" y="2336721"/>
            <a:ext cx="418800" cy="4188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826" name="Google Shape;1826;p165"/>
          <p:cNvSpPr/>
          <p:nvPr/>
        </p:nvSpPr>
        <p:spPr>
          <a:xfrm>
            <a:off x="2513124" y="2966675"/>
            <a:ext cx="1462800" cy="418800"/>
          </a:xfrm>
          <a:prstGeom prst="roundRect">
            <a:avLst>
              <a:gd fmla="val 16667" name="adj"/>
            </a:avLst>
          </a:prstGeom>
          <a:solidFill>
            <a:srgbClr val="95C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Mono"/>
                <a:ea typeface="IBM Plex Mono"/>
                <a:cs typeface="IBM Plex Mono"/>
                <a:sym typeface="IBM Plex Mono"/>
              </a:rPr>
              <a:t>delete_file</a:t>
            </a:r>
            <a:endParaRPr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827" name="Google Shape;1827;p165"/>
          <p:cNvSpPr txBox="1"/>
          <p:nvPr>
            <p:ph type="title"/>
          </p:nvPr>
        </p:nvSpPr>
        <p:spPr>
          <a:xfrm>
            <a:off x="311700" y="286263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HITL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1" name="Shape 1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" name="Google Shape;1832;p166"/>
          <p:cNvSpPr/>
          <p:nvPr/>
        </p:nvSpPr>
        <p:spPr>
          <a:xfrm>
            <a:off x="3787813" y="1309050"/>
            <a:ext cx="1615200" cy="418800"/>
          </a:xfrm>
          <a:prstGeom prst="roundRect">
            <a:avLst>
              <a:gd fmla="val 16667" name="adj"/>
            </a:avLst>
          </a:prstGeom>
          <a:solidFill>
            <a:srgbClr val="0D13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Mono"/>
                <a:ea typeface="IBM Plex Mono"/>
                <a:cs typeface="IBM Plex Mono"/>
                <a:sym typeface="IBM Plex Mono"/>
              </a:rPr>
              <a:t>input</a:t>
            </a:r>
            <a:endParaRPr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833" name="Google Shape;1833;p166"/>
          <p:cNvSpPr/>
          <p:nvPr/>
        </p:nvSpPr>
        <p:spPr>
          <a:xfrm>
            <a:off x="3975913" y="2162950"/>
            <a:ext cx="1239000" cy="418800"/>
          </a:xfrm>
          <a:prstGeom prst="roundRect">
            <a:avLst>
              <a:gd fmla="val 16667" name="adj"/>
            </a:avLst>
          </a:prstGeom>
          <a:solidFill>
            <a:srgbClr val="8952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model</a:t>
            </a:r>
            <a:endParaRPr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1834" name="Google Shape;1834;p166"/>
          <p:cNvCxnSpPr>
            <a:stCxn id="1832" idx="2"/>
            <a:endCxn id="1833" idx="0"/>
          </p:cNvCxnSpPr>
          <p:nvPr/>
        </p:nvCxnSpPr>
        <p:spPr>
          <a:xfrm>
            <a:off x="4595413" y="1727850"/>
            <a:ext cx="0" cy="435000"/>
          </a:xfrm>
          <a:prstGeom prst="straightConnector1">
            <a:avLst/>
          </a:prstGeom>
          <a:noFill/>
          <a:ln cap="flat" cmpd="sng" w="19050">
            <a:solidFill>
              <a:srgbClr val="0D13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35" name="Google Shape;1835;p166"/>
          <p:cNvCxnSpPr>
            <a:stCxn id="1833" idx="1"/>
          </p:cNvCxnSpPr>
          <p:nvPr/>
        </p:nvCxnSpPr>
        <p:spPr>
          <a:xfrm flipH="1">
            <a:off x="3429013" y="2372350"/>
            <a:ext cx="546900" cy="569100"/>
          </a:xfrm>
          <a:prstGeom prst="curvedConnector2">
            <a:avLst/>
          </a:prstGeom>
          <a:noFill/>
          <a:ln cap="flat" cmpd="sng" w="19050">
            <a:solidFill>
              <a:srgbClr val="7A61A5"/>
            </a:solidFill>
            <a:prstDash val="dash"/>
            <a:round/>
            <a:headEnd len="med" w="med" type="none"/>
            <a:tailEnd len="med" w="med" type="stealth"/>
          </a:ln>
        </p:spPr>
      </p:cxnSp>
      <p:pic>
        <p:nvPicPr>
          <p:cNvPr descr="Icon of a person silhouette in white inside a purple circle." id="1836" name="Google Shape;1836;p1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0468" y="2336721"/>
            <a:ext cx="418800" cy="4188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837" name="Google Shape;1837;p166"/>
          <p:cNvSpPr/>
          <p:nvPr/>
        </p:nvSpPr>
        <p:spPr>
          <a:xfrm>
            <a:off x="2513124" y="2966675"/>
            <a:ext cx="1462800" cy="418800"/>
          </a:xfrm>
          <a:prstGeom prst="roundRect">
            <a:avLst>
              <a:gd fmla="val 16667" name="adj"/>
            </a:avLst>
          </a:prstGeom>
          <a:solidFill>
            <a:srgbClr val="95C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Mono"/>
                <a:ea typeface="IBM Plex Mono"/>
                <a:cs typeface="IBM Plex Mono"/>
                <a:sym typeface="IBM Plex Mono"/>
              </a:rPr>
              <a:t>delete_file</a:t>
            </a:r>
            <a:endParaRPr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838" name="Google Shape;1838;p166"/>
          <p:cNvSpPr txBox="1"/>
          <p:nvPr>
            <p:ph type="title"/>
          </p:nvPr>
        </p:nvSpPr>
        <p:spPr>
          <a:xfrm>
            <a:off x="311700" y="286263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HITL</a:t>
            </a:r>
            <a:endParaRPr/>
          </a:p>
        </p:txBody>
      </p:sp>
      <p:pic>
        <p:nvPicPr>
          <p:cNvPr descr="Purple checkmark and X icons on a transparent background, replacing green and red." id="1839" name="Google Shape;1839;p166"/>
          <p:cNvPicPr preferRelativeResize="0"/>
          <p:nvPr/>
        </p:nvPicPr>
        <p:blipFill rotWithShape="1">
          <a:blip r:embed="rId4">
            <a:alphaModFix/>
          </a:blip>
          <a:srcRect b="10" l="0" r="0" t="0"/>
          <a:stretch/>
        </p:blipFill>
        <p:spPr>
          <a:xfrm>
            <a:off x="3392063" y="2100696"/>
            <a:ext cx="493225" cy="24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3" name="Shape 1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" name="Google Shape;1844;p167"/>
          <p:cNvSpPr/>
          <p:nvPr/>
        </p:nvSpPr>
        <p:spPr>
          <a:xfrm>
            <a:off x="3787813" y="1309050"/>
            <a:ext cx="1615200" cy="418800"/>
          </a:xfrm>
          <a:prstGeom prst="roundRect">
            <a:avLst>
              <a:gd fmla="val 16667" name="adj"/>
            </a:avLst>
          </a:prstGeom>
          <a:solidFill>
            <a:srgbClr val="0D13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Mono"/>
                <a:ea typeface="IBM Plex Mono"/>
                <a:cs typeface="IBM Plex Mono"/>
                <a:sym typeface="IBM Plex Mono"/>
              </a:rPr>
              <a:t>input</a:t>
            </a:r>
            <a:endParaRPr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845" name="Google Shape;1845;p167"/>
          <p:cNvSpPr/>
          <p:nvPr/>
        </p:nvSpPr>
        <p:spPr>
          <a:xfrm>
            <a:off x="3975913" y="2162950"/>
            <a:ext cx="1239000" cy="418800"/>
          </a:xfrm>
          <a:prstGeom prst="roundRect">
            <a:avLst>
              <a:gd fmla="val 16667" name="adj"/>
            </a:avLst>
          </a:prstGeom>
          <a:solidFill>
            <a:srgbClr val="8952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model</a:t>
            </a:r>
            <a:endParaRPr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1846" name="Google Shape;1846;p167"/>
          <p:cNvCxnSpPr>
            <a:stCxn id="1844" idx="2"/>
            <a:endCxn id="1845" idx="0"/>
          </p:cNvCxnSpPr>
          <p:nvPr/>
        </p:nvCxnSpPr>
        <p:spPr>
          <a:xfrm>
            <a:off x="4595413" y="1727850"/>
            <a:ext cx="0" cy="435000"/>
          </a:xfrm>
          <a:prstGeom prst="straightConnector1">
            <a:avLst/>
          </a:prstGeom>
          <a:noFill/>
          <a:ln cap="flat" cmpd="sng" w="19050">
            <a:solidFill>
              <a:srgbClr val="0D13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47" name="Google Shape;1847;p167"/>
          <p:cNvCxnSpPr>
            <a:stCxn id="1845" idx="1"/>
          </p:cNvCxnSpPr>
          <p:nvPr/>
        </p:nvCxnSpPr>
        <p:spPr>
          <a:xfrm flipH="1">
            <a:off x="3429013" y="2372350"/>
            <a:ext cx="546900" cy="569100"/>
          </a:xfrm>
          <a:prstGeom prst="curvedConnector2">
            <a:avLst/>
          </a:prstGeom>
          <a:noFill/>
          <a:ln cap="flat" cmpd="sng" w="19050">
            <a:solidFill>
              <a:srgbClr val="7A61A5"/>
            </a:solidFill>
            <a:prstDash val="dash"/>
            <a:round/>
            <a:headEnd len="med" w="med" type="none"/>
            <a:tailEnd len="med" w="med" type="stealth"/>
          </a:ln>
        </p:spPr>
      </p:cxnSp>
      <p:pic>
        <p:nvPicPr>
          <p:cNvPr descr="Icon of a person silhouette in white inside a purple circle." id="1848" name="Google Shape;1848;p1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0468" y="2336721"/>
            <a:ext cx="418800" cy="4188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849" name="Google Shape;1849;p167"/>
          <p:cNvSpPr/>
          <p:nvPr/>
        </p:nvSpPr>
        <p:spPr>
          <a:xfrm>
            <a:off x="2513124" y="2966675"/>
            <a:ext cx="1462800" cy="418800"/>
          </a:xfrm>
          <a:prstGeom prst="roundRect">
            <a:avLst>
              <a:gd fmla="val 16667" name="adj"/>
            </a:avLst>
          </a:prstGeom>
          <a:solidFill>
            <a:srgbClr val="95C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Mono"/>
                <a:ea typeface="IBM Plex Mono"/>
                <a:cs typeface="IBM Plex Mono"/>
                <a:sym typeface="IBM Plex Mono"/>
              </a:rPr>
              <a:t>delete_file</a:t>
            </a:r>
            <a:endParaRPr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850" name="Google Shape;1850;p167"/>
          <p:cNvSpPr txBox="1"/>
          <p:nvPr>
            <p:ph type="title"/>
          </p:nvPr>
        </p:nvSpPr>
        <p:spPr>
          <a:xfrm>
            <a:off x="311700" y="286263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HITL</a:t>
            </a:r>
            <a:endParaRPr/>
          </a:p>
        </p:txBody>
      </p:sp>
      <p:pic>
        <p:nvPicPr>
          <p:cNvPr descr="Purple checkmark and X icons on a transparent background, replacing green and red." id="1851" name="Google Shape;1851;p167"/>
          <p:cNvPicPr preferRelativeResize="0"/>
          <p:nvPr/>
        </p:nvPicPr>
        <p:blipFill rotWithShape="1">
          <a:blip r:embed="rId4">
            <a:alphaModFix/>
          </a:blip>
          <a:srcRect b="10" l="0" r="0" t="0"/>
          <a:stretch/>
        </p:blipFill>
        <p:spPr>
          <a:xfrm>
            <a:off x="3392063" y="2100696"/>
            <a:ext cx="493225" cy="24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2" name="Google Shape;1852;p167" title="you shall pass.jpeg"/>
          <p:cNvPicPr preferRelativeResize="0"/>
          <p:nvPr/>
        </p:nvPicPr>
        <p:blipFill rotWithShape="1">
          <a:blip r:embed="rId5">
            <a:alphaModFix/>
          </a:blip>
          <a:srcRect b="69726" l="0" r="0" t="0"/>
          <a:stretch/>
        </p:blipFill>
        <p:spPr>
          <a:xfrm>
            <a:off x="6391200" y="168400"/>
            <a:ext cx="2441100" cy="1464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6" name="Shape 1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7" name="Google Shape;1857;p168"/>
          <p:cNvSpPr/>
          <p:nvPr/>
        </p:nvSpPr>
        <p:spPr>
          <a:xfrm>
            <a:off x="3787813" y="1309050"/>
            <a:ext cx="1615200" cy="418800"/>
          </a:xfrm>
          <a:prstGeom prst="roundRect">
            <a:avLst>
              <a:gd fmla="val 16667" name="adj"/>
            </a:avLst>
          </a:prstGeom>
          <a:solidFill>
            <a:srgbClr val="0D13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Mono"/>
                <a:ea typeface="IBM Plex Mono"/>
                <a:cs typeface="IBM Plex Mono"/>
                <a:sym typeface="IBM Plex Mono"/>
              </a:rPr>
              <a:t>input</a:t>
            </a:r>
            <a:endParaRPr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858" name="Google Shape;1858;p168"/>
          <p:cNvSpPr/>
          <p:nvPr/>
        </p:nvSpPr>
        <p:spPr>
          <a:xfrm>
            <a:off x="3975913" y="2162950"/>
            <a:ext cx="1239000" cy="418800"/>
          </a:xfrm>
          <a:prstGeom prst="roundRect">
            <a:avLst>
              <a:gd fmla="val 16667" name="adj"/>
            </a:avLst>
          </a:prstGeom>
          <a:solidFill>
            <a:srgbClr val="8952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model</a:t>
            </a:r>
            <a:endParaRPr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1859" name="Google Shape;1859;p168"/>
          <p:cNvCxnSpPr>
            <a:stCxn id="1857" idx="2"/>
            <a:endCxn id="1858" idx="0"/>
          </p:cNvCxnSpPr>
          <p:nvPr/>
        </p:nvCxnSpPr>
        <p:spPr>
          <a:xfrm>
            <a:off x="4595413" y="1727850"/>
            <a:ext cx="0" cy="435000"/>
          </a:xfrm>
          <a:prstGeom prst="straightConnector1">
            <a:avLst/>
          </a:prstGeom>
          <a:noFill/>
          <a:ln cap="flat" cmpd="sng" w="19050">
            <a:solidFill>
              <a:srgbClr val="0D13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60" name="Google Shape;1860;p168"/>
          <p:cNvCxnSpPr>
            <a:stCxn id="1858" idx="1"/>
          </p:cNvCxnSpPr>
          <p:nvPr/>
        </p:nvCxnSpPr>
        <p:spPr>
          <a:xfrm flipH="1">
            <a:off x="3429013" y="2372350"/>
            <a:ext cx="546900" cy="569100"/>
          </a:xfrm>
          <a:prstGeom prst="curvedConnector2">
            <a:avLst/>
          </a:prstGeom>
          <a:noFill/>
          <a:ln cap="flat" cmpd="sng" w="19050">
            <a:solidFill>
              <a:srgbClr val="7A61A5"/>
            </a:solidFill>
            <a:prstDash val="dash"/>
            <a:round/>
            <a:headEnd len="med" w="med" type="none"/>
            <a:tailEnd len="med" w="med" type="stealth"/>
          </a:ln>
        </p:spPr>
      </p:cxnSp>
      <p:pic>
        <p:nvPicPr>
          <p:cNvPr descr="Icon of a person silhouette in white inside a purple circle." id="1861" name="Google Shape;1861;p1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0468" y="2336721"/>
            <a:ext cx="418800" cy="4188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862" name="Google Shape;1862;p168"/>
          <p:cNvSpPr/>
          <p:nvPr/>
        </p:nvSpPr>
        <p:spPr>
          <a:xfrm>
            <a:off x="2513124" y="2966675"/>
            <a:ext cx="1462800" cy="418800"/>
          </a:xfrm>
          <a:prstGeom prst="roundRect">
            <a:avLst>
              <a:gd fmla="val 16667" name="adj"/>
            </a:avLst>
          </a:prstGeom>
          <a:solidFill>
            <a:srgbClr val="95C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Mono"/>
                <a:ea typeface="IBM Plex Mono"/>
                <a:cs typeface="IBM Plex Mono"/>
                <a:sym typeface="IBM Plex Mono"/>
              </a:rPr>
              <a:t>delete_file</a:t>
            </a:r>
            <a:endParaRPr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863" name="Google Shape;1863;p168"/>
          <p:cNvSpPr txBox="1"/>
          <p:nvPr>
            <p:ph type="title"/>
          </p:nvPr>
        </p:nvSpPr>
        <p:spPr>
          <a:xfrm>
            <a:off x="311700" y="286263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HITL</a:t>
            </a:r>
            <a:endParaRPr/>
          </a:p>
        </p:txBody>
      </p:sp>
      <p:pic>
        <p:nvPicPr>
          <p:cNvPr descr="Purple checkmark and X icons on a transparent background, replacing green and red." id="1864" name="Google Shape;1864;p168"/>
          <p:cNvPicPr preferRelativeResize="0"/>
          <p:nvPr/>
        </p:nvPicPr>
        <p:blipFill rotWithShape="1">
          <a:blip r:embed="rId4">
            <a:alphaModFix/>
          </a:blip>
          <a:srcRect b="0" l="0" r="47813" t="0"/>
          <a:stretch/>
        </p:blipFill>
        <p:spPr>
          <a:xfrm>
            <a:off x="3392069" y="2100700"/>
            <a:ext cx="257400" cy="24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8" name="Shape 1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9" name="Google Shape;1869;p169"/>
          <p:cNvSpPr/>
          <p:nvPr/>
        </p:nvSpPr>
        <p:spPr>
          <a:xfrm>
            <a:off x="3787813" y="1309050"/>
            <a:ext cx="1615200" cy="418800"/>
          </a:xfrm>
          <a:prstGeom prst="roundRect">
            <a:avLst>
              <a:gd fmla="val 16667" name="adj"/>
            </a:avLst>
          </a:prstGeom>
          <a:solidFill>
            <a:srgbClr val="0D13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Mono"/>
                <a:ea typeface="IBM Plex Mono"/>
                <a:cs typeface="IBM Plex Mono"/>
                <a:sym typeface="IBM Plex Mono"/>
              </a:rPr>
              <a:t>input</a:t>
            </a:r>
            <a:endParaRPr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870" name="Google Shape;1870;p169"/>
          <p:cNvSpPr/>
          <p:nvPr/>
        </p:nvSpPr>
        <p:spPr>
          <a:xfrm>
            <a:off x="3975913" y="2162950"/>
            <a:ext cx="1239000" cy="418800"/>
          </a:xfrm>
          <a:prstGeom prst="roundRect">
            <a:avLst>
              <a:gd fmla="val 16667" name="adj"/>
            </a:avLst>
          </a:prstGeom>
          <a:solidFill>
            <a:srgbClr val="8952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model</a:t>
            </a:r>
            <a:endParaRPr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1871" name="Google Shape;1871;p169"/>
          <p:cNvCxnSpPr>
            <a:stCxn id="1869" idx="2"/>
            <a:endCxn id="1870" idx="0"/>
          </p:cNvCxnSpPr>
          <p:nvPr/>
        </p:nvCxnSpPr>
        <p:spPr>
          <a:xfrm>
            <a:off x="4595413" y="1727850"/>
            <a:ext cx="0" cy="435000"/>
          </a:xfrm>
          <a:prstGeom prst="straightConnector1">
            <a:avLst/>
          </a:prstGeom>
          <a:noFill/>
          <a:ln cap="flat" cmpd="sng" w="19050">
            <a:solidFill>
              <a:srgbClr val="0D13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72" name="Google Shape;1872;p169"/>
          <p:cNvCxnSpPr>
            <a:stCxn id="1870" idx="1"/>
          </p:cNvCxnSpPr>
          <p:nvPr/>
        </p:nvCxnSpPr>
        <p:spPr>
          <a:xfrm flipH="1">
            <a:off x="3429013" y="2372350"/>
            <a:ext cx="546900" cy="569100"/>
          </a:xfrm>
          <a:prstGeom prst="curvedConnector2">
            <a:avLst/>
          </a:prstGeom>
          <a:noFill/>
          <a:ln cap="flat" cmpd="sng" w="19050">
            <a:solidFill>
              <a:srgbClr val="7A61A5"/>
            </a:solidFill>
            <a:prstDash val="dash"/>
            <a:round/>
            <a:headEnd len="med" w="med" type="none"/>
            <a:tailEnd len="med" w="med" type="stealth"/>
          </a:ln>
        </p:spPr>
      </p:cxnSp>
      <p:pic>
        <p:nvPicPr>
          <p:cNvPr descr="Icon of a person silhouette in white inside a purple circle." id="1873" name="Google Shape;1873;p1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0468" y="2336721"/>
            <a:ext cx="418800" cy="4188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874" name="Google Shape;1874;p169"/>
          <p:cNvSpPr/>
          <p:nvPr/>
        </p:nvSpPr>
        <p:spPr>
          <a:xfrm>
            <a:off x="2513124" y="2966675"/>
            <a:ext cx="1462800" cy="418800"/>
          </a:xfrm>
          <a:prstGeom prst="roundRect">
            <a:avLst>
              <a:gd fmla="val 16667" name="adj"/>
            </a:avLst>
          </a:prstGeom>
          <a:solidFill>
            <a:srgbClr val="95C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Mono"/>
                <a:ea typeface="IBM Plex Mono"/>
                <a:cs typeface="IBM Plex Mono"/>
                <a:sym typeface="IBM Plex Mono"/>
              </a:rPr>
              <a:t>delete_file</a:t>
            </a:r>
            <a:endParaRPr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875" name="Google Shape;1875;p169"/>
          <p:cNvSpPr txBox="1"/>
          <p:nvPr>
            <p:ph type="title"/>
          </p:nvPr>
        </p:nvSpPr>
        <p:spPr>
          <a:xfrm>
            <a:off x="311700" y="286263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HITL</a:t>
            </a:r>
            <a:endParaRPr/>
          </a:p>
        </p:txBody>
      </p:sp>
      <p:pic>
        <p:nvPicPr>
          <p:cNvPr descr="Purple checkmark and X icons on a transparent background, replacing green and red." id="1876" name="Google Shape;1876;p169"/>
          <p:cNvPicPr preferRelativeResize="0"/>
          <p:nvPr/>
        </p:nvPicPr>
        <p:blipFill rotWithShape="1">
          <a:blip r:embed="rId4">
            <a:alphaModFix/>
          </a:blip>
          <a:srcRect b="0" l="0" r="47813" t="0"/>
          <a:stretch/>
        </p:blipFill>
        <p:spPr>
          <a:xfrm>
            <a:off x="3392069" y="2100700"/>
            <a:ext cx="257400" cy="2466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77" name="Google Shape;1877;p169"/>
          <p:cNvCxnSpPr/>
          <p:nvPr/>
        </p:nvCxnSpPr>
        <p:spPr>
          <a:xfrm rot="5400000">
            <a:off x="3952363" y="2605300"/>
            <a:ext cx="542700" cy="495600"/>
          </a:xfrm>
          <a:prstGeom prst="curvedConnector2">
            <a:avLst/>
          </a:prstGeom>
          <a:noFill/>
          <a:ln cap="flat" cmpd="sng" w="19050">
            <a:solidFill>
              <a:srgbClr val="7A61A7"/>
            </a:solidFill>
            <a:prstDash val="dash"/>
            <a:round/>
            <a:headEnd len="med" w="med" type="stealth"/>
            <a:tailEnd len="med" w="med" type="none"/>
          </a:ln>
        </p:spPr>
      </p:cxnSp>
      <p:pic>
        <p:nvPicPr>
          <p:cNvPr id="1878" name="Google Shape;1878;p169" title="you shall pass.jpeg"/>
          <p:cNvPicPr preferRelativeResize="0"/>
          <p:nvPr/>
        </p:nvPicPr>
        <p:blipFill rotWithShape="1">
          <a:blip r:embed="rId5">
            <a:alphaModFix/>
          </a:blip>
          <a:srcRect b="1715" l="0" r="0" t="30502"/>
          <a:stretch/>
        </p:blipFill>
        <p:spPr>
          <a:xfrm>
            <a:off x="6391200" y="286275"/>
            <a:ext cx="2441100" cy="3279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2" name="Shape 1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3" name="Google Shape;1883;p170"/>
          <p:cNvSpPr/>
          <p:nvPr/>
        </p:nvSpPr>
        <p:spPr>
          <a:xfrm>
            <a:off x="3787813" y="1309050"/>
            <a:ext cx="1615200" cy="418800"/>
          </a:xfrm>
          <a:prstGeom prst="roundRect">
            <a:avLst>
              <a:gd fmla="val 16667" name="adj"/>
            </a:avLst>
          </a:prstGeom>
          <a:solidFill>
            <a:srgbClr val="0D13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input</a:t>
            </a:r>
            <a:endParaRPr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884" name="Google Shape;1884;p170"/>
          <p:cNvSpPr/>
          <p:nvPr/>
        </p:nvSpPr>
        <p:spPr>
          <a:xfrm>
            <a:off x="3975913" y="2162950"/>
            <a:ext cx="1239000" cy="418800"/>
          </a:xfrm>
          <a:prstGeom prst="roundRect">
            <a:avLst>
              <a:gd fmla="val 16667" name="adj"/>
            </a:avLst>
          </a:prstGeom>
          <a:solidFill>
            <a:srgbClr val="8952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model</a:t>
            </a:r>
            <a:endParaRPr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1885" name="Google Shape;1885;p170"/>
          <p:cNvCxnSpPr>
            <a:stCxn id="1883" idx="2"/>
            <a:endCxn id="1884" idx="0"/>
          </p:cNvCxnSpPr>
          <p:nvPr/>
        </p:nvCxnSpPr>
        <p:spPr>
          <a:xfrm>
            <a:off x="4595413" y="1727850"/>
            <a:ext cx="0" cy="435000"/>
          </a:xfrm>
          <a:prstGeom prst="straightConnector1">
            <a:avLst/>
          </a:prstGeom>
          <a:noFill/>
          <a:ln cap="flat" cmpd="sng" w="19050">
            <a:solidFill>
              <a:srgbClr val="0D13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86" name="Google Shape;1886;p170"/>
          <p:cNvCxnSpPr>
            <a:stCxn id="1884" idx="1"/>
          </p:cNvCxnSpPr>
          <p:nvPr/>
        </p:nvCxnSpPr>
        <p:spPr>
          <a:xfrm flipH="1">
            <a:off x="3429013" y="2372350"/>
            <a:ext cx="546900" cy="569100"/>
          </a:xfrm>
          <a:prstGeom prst="curvedConnector2">
            <a:avLst/>
          </a:prstGeom>
          <a:noFill/>
          <a:ln cap="flat" cmpd="sng" w="19050">
            <a:solidFill>
              <a:srgbClr val="0D1322"/>
            </a:solidFill>
            <a:prstDash val="dash"/>
            <a:round/>
            <a:headEnd len="med" w="med" type="none"/>
            <a:tailEnd len="med" w="med" type="stealth"/>
          </a:ln>
        </p:spPr>
      </p:cxnSp>
      <p:pic>
        <p:nvPicPr>
          <p:cNvPr id="1887" name="Google Shape;1887;p1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0468" y="2336721"/>
            <a:ext cx="418801" cy="418801"/>
          </a:xfrm>
          <a:prstGeom prst="rect">
            <a:avLst/>
          </a:prstGeom>
          <a:noFill/>
          <a:ln>
            <a:noFill/>
          </a:ln>
        </p:spPr>
      </p:pic>
      <p:sp>
        <p:nvSpPr>
          <p:cNvPr id="1888" name="Google Shape;1888;p170"/>
          <p:cNvSpPr/>
          <p:nvPr/>
        </p:nvSpPr>
        <p:spPr>
          <a:xfrm>
            <a:off x="4817663" y="3415650"/>
            <a:ext cx="1615200" cy="418800"/>
          </a:xfrm>
          <a:prstGeom prst="roundRect">
            <a:avLst>
              <a:gd fmla="val 16667" name="adj"/>
            </a:avLst>
          </a:prstGeom>
          <a:solidFill>
            <a:srgbClr val="CDE8FF"/>
          </a:solidFill>
          <a:ln cap="flat" cmpd="sng" w="9525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Mono"/>
                <a:ea typeface="IBM Plex Mono"/>
                <a:cs typeface="IBM Plex Mono"/>
                <a:sym typeface="IBM Plex Mono"/>
              </a:rPr>
              <a:t>output</a:t>
            </a:r>
            <a:endParaRPr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1889" name="Google Shape;1889;p170"/>
          <p:cNvCxnSpPr>
            <a:endCxn id="1888" idx="0"/>
          </p:cNvCxnSpPr>
          <p:nvPr/>
        </p:nvCxnSpPr>
        <p:spPr>
          <a:xfrm>
            <a:off x="4924463" y="2582250"/>
            <a:ext cx="700800" cy="833400"/>
          </a:xfrm>
          <a:prstGeom prst="straightConnector1">
            <a:avLst/>
          </a:prstGeom>
          <a:noFill/>
          <a:ln cap="flat" cmpd="sng" w="19050">
            <a:solidFill>
              <a:srgbClr val="CDE8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90" name="Google Shape;1890;p170"/>
          <p:cNvCxnSpPr/>
          <p:nvPr/>
        </p:nvCxnSpPr>
        <p:spPr>
          <a:xfrm rot="5400000">
            <a:off x="3952363" y="2605300"/>
            <a:ext cx="542700" cy="495600"/>
          </a:xfrm>
          <a:prstGeom prst="curvedConnector2">
            <a:avLst/>
          </a:prstGeom>
          <a:noFill/>
          <a:ln cap="flat" cmpd="sng" w="19050">
            <a:solidFill>
              <a:srgbClr val="0D1322"/>
            </a:solidFill>
            <a:prstDash val="dash"/>
            <a:round/>
            <a:headEnd len="med" w="med" type="stealth"/>
            <a:tailEnd len="med" w="med" type="none"/>
          </a:ln>
        </p:spPr>
      </p:cxnSp>
      <p:sp>
        <p:nvSpPr>
          <p:cNvPr id="1891" name="Google Shape;1891;p170"/>
          <p:cNvSpPr/>
          <p:nvPr/>
        </p:nvSpPr>
        <p:spPr>
          <a:xfrm>
            <a:off x="2513124" y="2966675"/>
            <a:ext cx="1462800" cy="418800"/>
          </a:xfrm>
          <a:prstGeom prst="roundRect">
            <a:avLst>
              <a:gd fmla="val 16667" name="adj"/>
            </a:avLst>
          </a:prstGeom>
          <a:solidFill>
            <a:srgbClr val="0D13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delete_file</a:t>
            </a:r>
            <a:endParaRPr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892" name="Google Shape;1892;p170"/>
          <p:cNvSpPr txBox="1"/>
          <p:nvPr>
            <p:ph type="title"/>
          </p:nvPr>
        </p:nvSpPr>
        <p:spPr>
          <a:xfrm>
            <a:off x="311700" y="286263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HITL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6" name="Shape 1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7" name="Google Shape;1897;p171"/>
          <p:cNvSpPr/>
          <p:nvPr/>
        </p:nvSpPr>
        <p:spPr>
          <a:xfrm>
            <a:off x="3787813" y="1309050"/>
            <a:ext cx="1615200" cy="418800"/>
          </a:xfrm>
          <a:prstGeom prst="roundRect">
            <a:avLst>
              <a:gd fmla="val 16667" name="adj"/>
            </a:avLst>
          </a:prstGeom>
          <a:solidFill>
            <a:srgbClr val="80C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Mono"/>
                <a:ea typeface="IBM Plex Mono"/>
                <a:cs typeface="IBM Plex Mono"/>
                <a:sym typeface="IBM Plex Mono"/>
              </a:rPr>
              <a:t>input</a:t>
            </a:r>
            <a:endParaRPr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898" name="Google Shape;1898;p171"/>
          <p:cNvSpPr/>
          <p:nvPr/>
        </p:nvSpPr>
        <p:spPr>
          <a:xfrm>
            <a:off x="3975913" y="2162950"/>
            <a:ext cx="1239000" cy="418800"/>
          </a:xfrm>
          <a:prstGeom prst="roundRect">
            <a:avLst>
              <a:gd fmla="val 16667" name="adj"/>
            </a:avLst>
          </a:prstGeom>
          <a:solidFill>
            <a:srgbClr val="8952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model</a:t>
            </a:r>
            <a:endParaRPr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1899" name="Google Shape;1899;p171"/>
          <p:cNvCxnSpPr>
            <a:stCxn id="1897" idx="2"/>
            <a:endCxn id="1898" idx="0"/>
          </p:cNvCxnSpPr>
          <p:nvPr/>
        </p:nvCxnSpPr>
        <p:spPr>
          <a:xfrm>
            <a:off x="4595413" y="1727850"/>
            <a:ext cx="0" cy="435000"/>
          </a:xfrm>
          <a:prstGeom prst="straightConnector1">
            <a:avLst/>
          </a:prstGeom>
          <a:noFill/>
          <a:ln cap="flat" cmpd="sng" w="19050">
            <a:solidFill>
              <a:srgbClr val="CDE8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00" name="Google Shape;1900;p171"/>
          <p:cNvCxnSpPr>
            <a:stCxn id="1898" idx="1"/>
          </p:cNvCxnSpPr>
          <p:nvPr/>
        </p:nvCxnSpPr>
        <p:spPr>
          <a:xfrm flipH="1">
            <a:off x="3429013" y="2372350"/>
            <a:ext cx="546900" cy="569100"/>
          </a:xfrm>
          <a:prstGeom prst="curvedConnector2">
            <a:avLst/>
          </a:prstGeom>
          <a:noFill/>
          <a:ln cap="flat" cmpd="sng" w="19050">
            <a:solidFill>
              <a:srgbClr val="7A61A5"/>
            </a:solidFill>
            <a:prstDash val="dash"/>
            <a:round/>
            <a:headEnd len="med" w="med" type="none"/>
            <a:tailEnd len="med" w="med" type="stealth"/>
          </a:ln>
        </p:spPr>
      </p:cxnSp>
      <p:pic>
        <p:nvPicPr>
          <p:cNvPr descr="Icon of a person silhouette in white inside a purple circle." id="1901" name="Google Shape;1901;p1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0468" y="2336721"/>
            <a:ext cx="418800" cy="4188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902" name="Google Shape;1902;p171"/>
          <p:cNvSpPr/>
          <p:nvPr/>
        </p:nvSpPr>
        <p:spPr>
          <a:xfrm>
            <a:off x="2513124" y="2966675"/>
            <a:ext cx="1462800" cy="418800"/>
          </a:xfrm>
          <a:prstGeom prst="roundRect">
            <a:avLst>
              <a:gd fmla="val 16667" name="adj"/>
            </a:avLst>
          </a:prstGeom>
          <a:solidFill>
            <a:srgbClr val="95C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Mono"/>
                <a:ea typeface="IBM Plex Mono"/>
                <a:cs typeface="IBM Plex Mono"/>
                <a:sym typeface="IBM Plex Mono"/>
              </a:rPr>
              <a:t>delete_file</a:t>
            </a:r>
            <a:endParaRPr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903" name="Google Shape;1903;p171"/>
          <p:cNvSpPr txBox="1"/>
          <p:nvPr>
            <p:ph type="title"/>
          </p:nvPr>
        </p:nvSpPr>
        <p:spPr>
          <a:xfrm>
            <a:off x="311700" y="286263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HITL</a:t>
            </a:r>
            <a:endParaRPr/>
          </a:p>
        </p:txBody>
      </p:sp>
      <p:sp>
        <p:nvSpPr>
          <p:cNvPr id="1904" name="Google Shape;1904;p171"/>
          <p:cNvSpPr/>
          <p:nvPr/>
        </p:nvSpPr>
        <p:spPr>
          <a:xfrm>
            <a:off x="4817663" y="3415650"/>
            <a:ext cx="1615200" cy="418800"/>
          </a:xfrm>
          <a:prstGeom prst="roundRect">
            <a:avLst>
              <a:gd fmla="val 16667" name="adj"/>
            </a:avLst>
          </a:prstGeom>
          <a:solidFill>
            <a:srgbClr val="CDE8FF"/>
          </a:solidFill>
          <a:ln cap="flat" cmpd="sng" w="9525">
            <a:solidFill>
              <a:srgbClr val="2027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Mono"/>
                <a:ea typeface="IBM Plex Mono"/>
                <a:cs typeface="IBM Plex Mono"/>
                <a:sym typeface="IBM Plex Mono"/>
              </a:rPr>
              <a:t>output</a:t>
            </a:r>
            <a:endParaRPr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1905" name="Google Shape;1905;p171"/>
          <p:cNvCxnSpPr>
            <a:endCxn id="1904" idx="0"/>
          </p:cNvCxnSpPr>
          <p:nvPr/>
        </p:nvCxnSpPr>
        <p:spPr>
          <a:xfrm>
            <a:off x="4924463" y="2582250"/>
            <a:ext cx="700800" cy="833400"/>
          </a:xfrm>
          <a:prstGeom prst="straightConnector1">
            <a:avLst/>
          </a:prstGeom>
          <a:noFill/>
          <a:ln cap="flat" cmpd="sng" w="19050">
            <a:solidFill>
              <a:srgbClr val="CDE8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06" name="Google Shape;1906;p171"/>
          <p:cNvCxnSpPr/>
          <p:nvPr/>
        </p:nvCxnSpPr>
        <p:spPr>
          <a:xfrm rot="5400000">
            <a:off x="3952363" y="2605300"/>
            <a:ext cx="542700" cy="495600"/>
          </a:xfrm>
          <a:prstGeom prst="curvedConnector2">
            <a:avLst/>
          </a:prstGeom>
          <a:noFill/>
          <a:ln cap="flat" cmpd="sng" w="19050">
            <a:solidFill>
              <a:srgbClr val="7A61A7"/>
            </a:solidFill>
            <a:prstDash val="dash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0" name="Shape 1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1" name="Google Shape;1911;p172"/>
          <p:cNvSpPr txBox="1"/>
          <p:nvPr/>
        </p:nvSpPr>
        <p:spPr>
          <a:xfrm>
            <a:off x="294925" y="1366063"/>
            <a:ext cx="23853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CCE9FF"/>
                </a:solidFill>
                <a:latin typeface="Inter"/>
                <a:ea typeface="Inter"/>
                <a:cs typeface="Inter"/>
                <a:sym typeface="Inter"/>
              </a:rPr>
              <a:t>Middleware</a:t>
            </a:r>
            <a:r>
              <a:rPr b="1" lang="en" sz="2100">
                <a:solidFill>
                  <a:srgbClr val="CCE9FF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b="1" i="0" lang="en" sz="2100" u="none" cap="none" strike="noStrike">
                <a:solidFill>
                  <a:srgbClr val="CCE9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1" i="0" sz="2100" u="none" cap="none" strike="noStrike">
              <a:solidFill>
                <a:srgbClr val="CCE9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CCE9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2100" u="none" cap="none" strike="noStrike">
                <a:solidFill>
                  <a:srgbClr val="CCE9FF"/>
                </a:solidFill>
                <a:latin typeface="Inter"/>
                <a:ea typeface="Inter"/>
                <a:cs typeface="Inter"/>
                <a:sym typeface="Inter"/>
              </a:rPr>
              <a:t>Hooks that allow you to customize behavior in the agent loop</a:t>
            </a:r>
            <a:endParaRPr b="0" i="0" sz="2100" u="none" cap="none" strike="noStrike">
              <a:solidFill>
                <a:srgbClr val="CCE9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912" name="Google Shape;1912;p172" title="Group 2147239332.png"/>
          <p:cNvPicPr preferRelativeResize="0"/>
          <p:nvPr/>
        </p:nvPicPr>
        <p:blipFill rotWithShape="1">
          <a:blip r:embed="rId3">
            <a:alphaModFix/>
          </a:blip>
          <a:srcRect b="0" l="37749" r="0" t="0"/>
          <a:stretch/>
        </p:blipFill>
        <p:spPr>
          <a:xfrm>
            <a:off x="3276695" y="844200"/>
            <a:ext cx="5206651" cy="345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6" name="Shape 1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7" name="Google Shape;1917;p173"/>
          <p:cNvSpPr txBox="1"/>
          <p:nvPr/>
        </p:nvSpPr>
        <p:spPr>
          <a:xfrm>
            <a:off x="294925" y="1366063"/>
            <a:ext cx="23853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CCE9FF"/>
                </a:solidFill>
                <a:latin typeface="Inter"/>
                <a:ea typeface="Inter"/>
                <a:cs typeface="Inter"/>
                <a:sym typeface="Inter"/>
              </a:rPr>
              <a:t>Middleware</a:t>
            </a:r>
            <a:r>
              <a:rPr b="1" lang="en" sz="2100">
                <a:solidFill>
                  <a:srgbClr val="CCE9FF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b="1" i="0" lang="en" sz="2100" u="none" cap="none" strike="noStrike">
                <a:solidFill>
                  <a:srgbClr val="CCE9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1" i="0" sz="2100" u="none" cap="none" strike="noStrike">
              <a:solidFill>
                <a:srgbClr val="CCE9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CCE9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2100" u="none" cap="none" strike="noStrike">
                <a:solidFill>
                  <a:srgbClr val="CCE9FF"/>
                </a:solidFill>
                <a:latin typeface="Inter"/>
                <a:ea typeface="Inter"/>
                <a:cs typeface="Inter"/>
                <a:sym typeface="Inter"/>
              </a:rPr>
              <a:t>Hooks that allow you to customize behavior in the agent loop</a:t>
            </a:r>
            <a:endParaRPr b="0" i="0" sz="2100" u="none" cap="none" strike="noStrike">
              <a:solidFill>
                <a:srgbClr val="CCE9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918" name="Google Shape;1918;p173" title="Group 2147239332.png"/>
          <p:cNvPicPr preferRelativeResize="0"/>
          <p:nvPr/>
        </p:nvPicPr>
        <p:blipFill rotWithShape="1">
          <a:blip r:embed="rId3">
            <a:alphaModFix/>
          </a:blip>
          <a:srcRect b="0" l="37749" r="0" t="0"/>
          <a:stretch/>
        </p:blipFill>
        <p:spPr>
          <a:xfrm>
            <a:off x="3276695" y="844200"/>
            <a:ext cx="5206651" cy="3455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9" name="Google Shape;1919;p173"/>
          <p:cNvSpPr/>
          <p:nvPr/>
        </p:nvSpPr>
        <p:spPr>
          <a:xfrm>
            <a:off x="4905850" y="1209978"/>
            <a:ext cx="2016600" cy="427800"/>
          </a:xfrm>
          <a:prstGeom prst="ellipse">
            <a:avLst/>
          </a:prstGeom>
          <a:noFill/>
          <a:ln cap="flat" cmpd="sng" w="28575">
            <a:solidFill>
              <a:srgbClr val="7A61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3" name="Shape 1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4" name="Google Shape;1924;p174"/>
          <p:cNvSpPr txBox="1"/>
          <p:nvPr/>
        </p:nvSpPr>
        <p:spPr>
          <a:xfrm>
            <a:off x="294925" y="1366063"/>
            <a:ext cx="23853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CCE9FF"/>
                </a:solidFill>
                <a:latin typeface="Inter"/>
                <a:ea typeface="Inter"/>
                <a:cs typeface="Inter"/>
                <a:sym typeface="Inter"/>
              </a:rPr>
              <a:t>Middleware</a:t>
            </a:r>
            <a:r>
              <a:rPr b="1" lang="en" sz="2100">
                <a:solidFill>
                  <a:srgbClr val="CCE9FF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b="1" i="0" lang="en" sz="2100" u="none" cap="none" strike="noStrike">
                <a:solidFill>
                  <a:srgbClr val="CCE9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1" i="0" sz="2100" u="none" cap="none" strike="noStrike">
              <a:solidFill>
                <a:srgbClr val="CCE9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CCE9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2100" u="none" cap="none" strike="noStrike">
                <a:solidFill>
                  <a:srgbClr val="CCE9FF"/>
                </a:solidFill>
                <a:latin typeface="Inter"/>
                <a:ea typeface="Inter"/>
                <a:cs typeface="Inter"/>
                <a:sym typeface="Inter"/>
              </a:rPr>
              <a:t>Hooks that allow you to customize behavior in the agent loop</a:t>
            </a:r>
            <a:endParaRPr b="0" i="0" sz="2100" u="none" cap="none" strike="noStrike">
              <a:solidFill>
                <a:srgbClr val="CCE9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925" name="Google Shape;1925;p174" title="Group 2147239332.png"/>
          <p:cNvPicPr preferRelativeResize="0"/>
          <p:nvPr/>
        </p:nvPicPr>
        <p:blipFill rotWithShape="1">
          <a:blip r:embed="rId3">
            <a:alphaModFix/>
          </a:blip>
          <a:srcRect b="0" l="37749" r="0" t="0"/>
          <a:stretch/>
        </p:blipFill>
        <p:spPr>
          <a:xfrm>
            <a:off x="3276695" y="844200"/>
            <a:ext cx="5206651" cy="3455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6" name="Google Shape;1926;p174"/>
          <p:cNvSpPr/>
          <p:nvPr/>
        </p:nvSpPr>
        <p:spPr>
          <a:xfrm>
            <a:off x="4905850" y="1679128"/>
            <a:ext cx="2016600" cy="427800"/>
          </a:xfrm>
          <a:prstGeom prst="ellipse">
            <a:avLst/>
          </a:prstGeom>
          <a:noFill/>
          <a:ln cap="flat" cmpd="sng" w="28575">
            <a:solidFill>
              <a:srgbClr val="7A61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0" name="Shape 1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1" name="Google Shape;1931;p175"/>
          <p:cNvSpPr txBox="1"/>
          <p:nvPr/>
        </p:nvSpPr>
        <p:spPr>
          <a:xfrm>
            <a:off x="294925" y="1366063"/>
            <a:ext cx="23853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CCE9FF"/>
                </a:solidFill>
                <a:latin typeface="Inter"/>
                <a:ea typeface="Inter"/>
                <a:cs typeface="Inter"/>
                <a:sym typeface="Inter"/>
              </a:rPr>
              <a:t>Middleware</a:t>
            </a:r>
            <a:r>
              <a:rPr b="1" lang="en" sz="2100">
                <a:solidFill>
                  <a:srgbClr val="CCE9FF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b="1" i="0" lang="en" sz="2100" u="none" cap="none" strike="noStrike">
                <a:solidFill>
                  <a:srgbClr val="CCE9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1" i="0" sz="2100" u="none" cap="none" strike="noStrike">
              <a:solidFill>
                <a:srgbClr val="CCE9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CCE9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2100" u="none" cap="none" strike="noStrike">
                <a:solidFill>
                  <a:srgbClr val="CCE9FF"/>
                </a:solidFill>
                <a:latin typeface="Inter"/>
                <a:ea typeface="Inter"/>
                <a:cs typeface="Inter"/>
                <a:sym typeface="Inter"/>
              </a:rPr>
              <a:t>Hooks that allow you to customize behavior in the agent loop</a:t>
            </a:r>
            <a:endParaRPr b="0" i="0" sz="2100" u="none" cap="none" strike="noStrike">
              <a:solidFill>
                <a:srgbClr val="CCE9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932" name="Google Shape;1932;p175" title="Group 2147239332.png"/>
          <p:cNvPicPr preferRelativeResize="0"/>
          <p:nvPr/>
        </p:nvPicPr>
        <p:blipFill rotWithShape="1">
          <a:blip r:embed="rId3">
            <a:alphaModFix/>
          </a:blip>
          <a:srcRect b="0" l="37749" r="0" t="0"/>
          <a:stretch/>
        </p:blipFill>
        <p:spPr>
          <a:xfrm>
            <a:off x="3276695" y="844200"/>
            <a:ext cx="5206651" cy="3455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3" name="Google Shape;1933;p175"/>
          <p:cNvSpPr/>
          <p:nvPr/>
        </p:nvSpPr>
        <p:spPr>
          <a:xfrm>
            <a:off x="6663000" y="2098345"/>
            <a:ext cx="2016600" cy="835800"/>
          </a:xfrm>
          <a:prstGeom prst="ellipse">
            <a:avLst/>
          </a:prstGeom>
          <a:noFill/>
          <a:ln cap="flat" cmpd="sng" w="28575">
            <a:solidFill>
              <a:srgbClr val="7A61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7" name="Shape 1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8" name="Google Shape;1938;p176"/>
          <p:cNvSpPr txBox="1"/>
          <p:nvPr/>
        </p:nvSpPr>
        <p:spPr>
          <a:xfrm>
            <a:off x="294925" y="1366063"/>
            <a:ext cx="23853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CCE9FF"/>
                </a:solidFill>
                <a:latin typeface="Inter"/>
                <a:ea typeface="Inter"/>
                <a:cs typeface="Inter"/>
                <a:sym typeface="Inter"/>
              </a:rPr>
              <a:t>Middleware</a:t>
            </a:r>
            <a:r>
              <a:rPr b="1" lang="en" sz="2100">
                <a:solidFill>
                  <a:srgbClr val="CCE9FF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b="1" i="0" lang="en" sz="2100" u="none" cap="none" strike="noStrike">
                <a:solidFill>
                  <a:srgbClr val="CCE9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1" i="0" sz="2100" u="none" cap="none" strike="noStrike">
              <a:solidFill>
                <a:srgbClr val="CCE9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CCE9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2100" u="none" cap="none" strike="noStrike">
                <a:solidFill>
                  <a:srgbClr val="CCE9FF"/>
                </a:solidFill>
                <a:latin typeface="Inter"/>
                <a:ea typeface="Inter"/>
                <a:cs typeface="Inter"/>
                <a:sym typeface="Inter"/>
              </a:rPr>
              <a:t>Hooks that allow you to customize behavior in the agent loop</a:t>
            </a:r>
            <a:endParaRPr b="0" i="0" sz="2100" u="none" cap="none" strike="noStrike">
              <a:solidFill>
                <a:srgbClr val="CCE9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939" name="Google Shape;1939;p176" title="Group 2147239332.png"/>
          <p:cNvPicPr preferRelativeResize="0"/>
          <p:nvPr/>
        </p:nvPicPr>
        <p:blipFill rotWithShape="1">
          <a:blip r:embed="rId3">
            <a:alphaModFix/>
          </a:blip>
          <a:srcRect b="0" l="37749" r="0" t="0"/>
          <a:stretch/>
        </p:blipFill>
        <p:spPr>
          <a:xfrm>
            <a:off x="3276695" y="844200"/>
            <a:ext cx="5206651" cy="3455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0" name="Google Shape;1940;p176"/>
          <p:cNvSpPr/>
          <p:nvPr/>
        </p:nvSpPr>
        <p:spPr>
          <a:xfrm>
            <a:off x="3011040" y="614160"/>
            <a:ext cx="5774700" cy="3915300"/>
          </a:xfrm>
          <a:prstGeom prst="ellipse">
            <a:avLst/>
          </a:prstGeom>
          <a:noFill/>
          <a:ln cap="flat" cmpd="sng" w="28575">
            <a:solidFill>
              <a:srgbClr val="7A61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4" name="Shape 1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" name="Google Shape;1945;p177"/>
          <p:cNvSpPr txBox="1"/>
          <p:nvPr/>
        </p:nvSpPr>
        <p:spPr>
          <a:xfrm>
            <a:off x="294925" y="1366063"/>
            <a:ext cx="23853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CCE9FF"/>
                </a:solidFill>
                <a:latin typeface="Inter"/>
                <a:ea typeface="Inter"/>
                <a:cs typeface="Inter"/>
                <a:sym typeface="Inter"/>
              </a:rPr>
              <a:t>Middleware</a:t>
            </a:r>
            <a:r>
              <a:rPr b="1" lang="en" sz="2100">
                <a:solidFill>
                  <a:srgbClr val="CCE9FF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b="1" i="0" lang="en" sz="2100" u="none" cap="none" strike="noStrike">
                <a:solidFill>
                  <a:srgbClr val="CCE9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1" i="0" sz="2100" u="none" cap="none" strike="noStrike">
              <a:solidFill>
                <a:srgbClr val="CCE9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CCE9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2100" u="none" cap="none" strike="noStrike">
                <a:solidFill>
                  <a:srgbClr val="CCE9FF"/>
                </a:solidFill>
                <a:latin typeface="Inter"/>
                <a:ea typeface="Inter"/>
                <a:cs typeface="Inter"/>
                <a:sym typeface="Inter"/>
              </a:rPr>
              <a:t>Hooks that allow you to customize behavior in the agent loop</a:t>
            </a:r>
            <a:endParaRPr b="0" i="0" sz="2100" u="none" cap="none" strike="noStrike">
              <a:solidFill>
                <a:srgbClr val="CCE9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946" name="Google Shape;1946;p177" title="Group 2147239332.png"/>
          <p:cNvPicPr preferRelativeResize="0"/>
          <p:nvPr/>
        </p:nvPicPr>
        <p:blipFill rotWithShape="1">
          <a:blip r:embed="rId3">
            <a:alphaModFix/>
          </a:blip>
          <a:srcRect b="0" l="37749" r="0" t="0"/>
          <a:stretch/>
        </p:blipFill>
        <p:spPr>
          <a:xfrm>
            <a:off x="3276695" y="844200"/>
            <a:ext cx="5206651" cy="3455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7" name="Google Shape;1947;p177"/>
          <p:cNvSpPr/>
          <p:nvPr/>
        </p:nvSpPr>
        <p:spPr>
          <a:xfrm>
            <a:off x="3169700" y="1866780"/>
            <a:ext cx="2016600" cy="1291500"/>
          </a:xfrm>
          <a:prstGeom prst="ellipse">
            <a:avLst/>
          </a:prstGeom>
          <a:noFill/>
          <a:ln cap="flat" cmpd="sng" w="28575">
            <a:solidFill>
              <a:srgbClr val="7A61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948" name="Google Shape;1948;p177"/>
          <p:cNvSpPr txBox="1"/>
          <p:nvPr/>
        </p:nvSpPr>
        <p:spPr>
          <a:xfrm>
            <a:off x="2973323" y="1398894"/>
            <a:ext cx="2016600" cy="4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7A61A7"/>
                </a:solidFill>
                <a:latin typeface="Inter Tight"/>
                <a:ea typeface="Inter Tight"/>
                <a:cs typeface="Inter Tight"/>
                <a:sym typeface="Inter Tight"/>
              </a:rPr>
              <a:t>Human-In-The-Loop</a:t>
            </a:r>
            <a:endParaRPr b="1" sz="1500">
              <a:solidFill>
                <a:srgbClr val="7A61A7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2" name="Shape 1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3" name="Google Shape;1953;p178"/>
          <p:cNvSpPr/>
          <p:nvPr/>
        </p:nvSpPr>
        <p:spPr>
          <a:xfrm>
            <a:off x="1586388" y="1309050"/>
            <a:ext cx="1615200" cy="418800"/>
          </a:xfrm>
          <a:prstGeom prst="roundRect">
            <a:avLst>
              <a:gd fmla="val 16667" name="adj"/>
            </a:avLst>
          </a:prstGeom>
          <a:solidFill>
            <a:srgbClr val="030710"/>
          </a:solidFill>
          <a:ln cap="flat" cmpd="sng" w="9525">
            <a:solidFill>
              <a:srgbClr val="0D13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input</a:t>
            </a:r>
            <a:endParaRPr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954" name="Google Shape;1954;p178"/>
          <p:cNvSpPr/>
          <p:nvPr/>
        </p:nvSpPr>
        <p:spPr>
          <a:xfrm>
            <a:off x="1774488" y="2162950"/>
            <a:ext cx="1239000" cy="418800"/>
          </a:xfrm>
          <a:prstGeom prst="roundRect">
            <a:avLst>
              <a:gd fmla="val 16667" name="adj"/>
            </a:avLst>
          </a:prstGeom>
          <a:solidFill>
            <a:srgbClr val="895270"/>
          </a:solidFill>
          <a:ln cap="flat" cmpd="sng" w="9525">
            <a:solidFill>
              <a:srgbClr val="0D13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model</a:t>
            </a:r>
            <a:endParaRPr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1955" name="Google Shape;1955;p178"/>
          <p:cNvCxnSpPr>
            <a:stCxn id="1953" idx="2"/>
            <a:endCxn id="1954" idx="0"/>
          </p:cNvCxnSpPr>
          <p:nvPr/>
        </p:nvCxnSpPr>
        <p:spPr>
          <a:xfrm>
            <a:off x="2393988" y="1727850"/>
            <a:ext cx="0" cy="435000"/>
          </a:xfrm>
          <a:prstGeom prst="straightConnector1">
            <a:avLst/>
          </a:prstGeom>
          <a:noFill/>
          <a:ln cap="flat" cmpd="sng" w="19050">
            <a:solidFill>
              <a:srgbClr val="0D13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56" name="Google Shape;1956;p178"/>
          <p:cNvCxnSpPr>
            <a:stCxn id="1954" idx="1"/>
          </p:cNvCxnSpPr>
          <p:nvPr/>
        </p:nvCxnSpPr>
        <p:spPr>
          <a:xfrm flipH="1">
            <a:off x="1227588" y="2372350"/>
            <a:ext cx="546900" cy="569100"/>
          </a:xfrm>
          <a:prstGeom prst="curvedConnector2">
            <a:avLst/>
          </a:prstGeom>
          <a:noFill/>
          <a:ln cap="flat" cmpd="sng" w="19050">
            <a:solidFill>
              <a:srgbClr val="7A61A5"/>
            </a:solidFill>
            <a:prstDash val="dash"/>
            <a:round/>
            <a:headEnd len="med" w="med" type="none"/>
            <a:tailEnd len="med" w="med" type="stealth"/>
          </a:ln>
        </p:spPr>
      </p:cxnSp>
      <p:pic>
        <p:nvPicPr>
          <p:cNvPr descr="Icon of a person silhouette in white inside a purple circle." id="1957" name="Google Shape;1957;p1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043" y="2336721"/>
            <a:ext cx="418800" cy="4188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958" name="Google Shape;1958;p178"/>
          <p:cNvSpPr/>
          <p:nvPr/>
        </p:nvSpPr>
        <p:spPr>
          <a:xfrm>
            <a:off x="311699" y="2966675"/>
            <a:ext cx="1462800" cy="418800"/>
          </a:xfrm>
          <a:prstGeom prst="roundRect">
            <a:avLst>
              <a:gd fmla="val 16667" name="adj"/>
            </a:avLst>
          </a:prstGeom>
          <a:solidFill>
            <a:srgbClr val="95C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Mono"/>
                <a:ea typeface="IBM Plex Mono"/>
                <a:cs typeface="IBM Plex Mono"/>
                <a:sym typeface="IBM Plex Mono"/>
              </a:rPr>
              <a:t>tool</a:t>
            </a:r>
            <a:endParaRPr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959" name="Google Shape;1959;p178"/>
          <p:cNvSpPr txBox="1"/>
          <p:nvPr>
            <p:ph type="title"/>
          </p:nvPr>
        </p:nvSpPr>
        <p:spPr>
          <a:xfrm>
            <a:off x="311700" y="286263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HITL</a:t>
            </a:r>
            <a:endParaRPr/>
          </a:p>
        </p:txBody>
      </p:sp>
      <p:sp>
        <p:nvSpPr>
          <p:cNvPr id="1960" name="Google Shape;1960;p178"/>
          <p:cNvSpPr/>
          <p:nvPr/>
        </p:nvSpPr>
        <p:spPr>
          <a:xfrm>
            <a:off x="2616238" y="3415650"/>
            <a:ext cx="1615200" cy="418800"/>
          </a:xfrm>
          <a:prstGeom prst="roundRect">
            <a:avLst>
              <a:gd fmla="val 16667" name="adj"/>
            </a:avLst>
          </a:prstGeom>
          <a:solidFill>
            <a:srgbClr val="030710"/>
          </a:solidFill>
          <a:ln cap="flat" cmpd="sng" w="9525">
            <a:solidFill>
              <a:srgbClr val="0D13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output</a:t>
            </a:r>
            <a:endParaRPr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1961" name="Google Shape;1961;p178"/>
          <p:cNvCxnSpPr>
            <a:endCxn id="1960" idx="0"/>
          </p:cNvCxnSpPr>
          <p:nvPr/>
        </p:nvCxnSpPr>
        <p:spPr>
          <a:xfrm>
            <a:off x="2723038" y="2582250"/>
            <a:ext cx="700800" cy="833400"/>
          </a:xfrm>
          <a:prstGeom prst="straightConnector1">
            <a:avLst/>
          </a:prstGeom>
          <a:noFill/>
          <a:ln cap="flat" cmpd="sng" w="19050">
            <a:solidFill>
              <a:srgbClr val="0D13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62" name="Google Shape;1962;p178"/>
          <p:cNvCxnSpPr/>
          <p:nvPr/>
        </p:nvCxnSpPr>
        <p:spPr>
          <a:xfrm rot="5400000">
            <a:off x="1750938" y="2605300"/>
            <a:ext cx="542700" cy="495600"/>
          </a:xfrm>
          <a:prstGeom prst="curvedConnector2">
            <a:avLst/>
          </a:prstGeom>
          <a:noFill/>
          <a:ln cap="flat" cmpd="sng" w="19050">
            <a:solidFill>
              <a:srgbClr val="7A61A7"/>
            </a:solidFill>
            <a:prstDash val="dash"/>
            <a:round/>
            <a:headEnd len="med" w="med" type="stealth"/>
            <a:tailEnd len="med" w="med" type="none"/>
          </a:ln>
        </p:spPr>
      </p:cxnSp>
      <p:pic>
        <p:nvPicPr>
          <p:cNvPr id="1963" name="Google Shape;1963;p178" title="Group 2147239332.png"/>
          <p:cNvPicPr preferRelativeResize="0"/>
          <p:nvPr/>
        </p:nvPicPr>
        <p:blipFill rotWithShape="1">
          <a:blip r:embed="rId4">
            <a:alphaModFix/>
          </a:blip>
          <a:srcRect b="0" l="37749" r="0" t="0"/>
          <a:stretch/>
        </p:blipFill>
        <p:spPr>
          <a:xfrm>
            <a:off x="5000847" y="1316648"/>
            <a:ext cx="3705492" cy="245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4" name="Google Shape;1964;p178"/>
          <p:cNvSpPr/>
          <p:nvPr/>
        </p:nvSpPr>
        <p:spPr>
          <a:xfrm>
            <a:off x="4924700" y="2044405"/>
            <a:ext cx="1435200" cy="919200"/>
          </a:xfrm>
          <a:prstGeom prst="ellipse">
            <a:avLst/>
          </a:prstGeom>
          <a:noFill/>
          <a:ln cap="flat" cmpd="sng" w="20325">
            <a:solidFill>
              <a:srgbClr val="7A61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075" lIns="65075" spcFirstLastPara="1" rIns="65075" wrap="square" tIns="65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96"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965" name="Google Shape;1965;p178"/>
          <p:cNvSpPr txBox="1"/>
          <p:nvPr/>
        </p:nvSpPr>
        <p:spPr>
          <a:xfrm>
            <a:off x="3767800" y="1937901"/>
            <a:ext cx="700800" cy="7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7A61A5"/>
                </a:solidFill>
                <a:latin typeface="IBM Plex Mono"/>
                <a:ea typeface="IBM Plex Mono"/>
                <a:cs typeface="IBM Plex Mono"/>
                <a:sym typeface="IBM Plex Mono"/>
              </a:rPr>
              <a:t>=</a:t>
            </a:r>
            <a:endParaRPr b="1" sz="4000">
              <a:solidFill>
                <a:srgbClr val="7A61A5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9" name="Shape 1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0" name="Google Shape;1970;p179"/>
          <p:cNvSpPr txBox="1"/>
          <p:nvPr>
            <p:ph type="title"/>
          </p:nvPr>
        </p:nvSpPr>
        <p:spPr>
          <a:xfrm>
            <a:off x="311700" y="28626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80C7FF"/>
                </a:solidFill>
              </a:rPr>
              <a:t>Base Deep Agents harness</a:t>
            </a:r>
            <a:endParaRPr>
              <a:solidFill>
                <a:srgbClr val="80C7FF"/>
              </a:solidFill>
            </a:endParaRPr>
          </a:p>
        </p:txBody>
      </p:sp>
      <p:sp>
        <p:nvSpPr>
          <p:cNvPr id="1971" name="Google Shape;1971;p179"/>
          <p:cNvSpPr/>
          <p:nvPr/>
        </p:nvSpPr>
        <p:spPr>
          <a:xfrm>
            <a:off x="4835600" y="370688"/>
            <a:ext cx="2284200" cy="451500"/>
          </a:xfrm>
          <a:prstGeom prst="roundRect">
            <a:avLst>
              <a:gd fmla="val 4038" name="adj"/>
            </a:avLst>
          </a:prstGeom>
          <a:solidFill>
            <a:srgbClr val="0D1322"/>
          </a:solidFill>
          <a:ln cap="flat" cmpd="sng" w="9525">
            <a:solidFill>
              <a:srgbClr val="7F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972" name="Google Shape;1972;p179"/>
          <p:cNvSpPr txBox="1"/>
          <p:nvPr/>
        </p:nvSpPr>
        <p:spPr>
          <a:xfrm>
            <a:off x="5044097" y="381949"/>
            <a:ext cx="18672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625" lIns="30625" spcFirstLastPara="1" rIns="30625" wrap="square" tIns="30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74">
                <a:solidFill>
                  <a:srgbClr val="F2FAFF"/>
                </a:solidFill>
                <a:latin typeface="Inter Tight"/>
                <a:ea typeface="Inter Tight"/>
                <a:cs typeface="Inter Tight"/>
                <a:sym typeface="Inter Tight"/>
              </a:rPr>
              <a:t>Anatomy of a harness</a:t>
            </a:r>
            <a:endParaRPr sz="1374">
              <a:solidFill>
                <a:srgbClr val="F2FAFF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973" name="Google Shape;1973;p179"/>
          <p:cNvSpPr txBox="1"/>
          <p:nvPr>
            <p:ph type="title"/>
          </p:nvPr>
        </p:nvSpPr>
        <p:spPr>
          <a:xfrm>
            <a:off x="274728" y="1363575"/>
            <a:ext cx="25611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80">
                <a:solidFill>
                  <a:srgbClr val="F2FAFF"/>
                </a:solidFill>
              </a:rPr>
              <a:t>Execution Environment</a:t>
            </a:r>
            <a:endParaRPr sz="1580">
              <a:solidFill>
                <a:srgbClr val="F2FAFF"/>
              </a:solidFill>
            </a:endParaRPr>
          </a:p>
        </p:txBody>
      </p:sp>
      <p:sp>
        <p:nvSpPr>
          <p:cNvPr id="1974" name="Google Shape;1974;p179"/>
          <p:cNvSpPr/>
          <p:nvPr/>
        </p:nvSpPr>
        <p:spPr>
          <a:xfrm>
            <a:off x="367967" y="1792000"/>
            <a:ext cx="1104300" cy="288000"/>
          </a:xfrm>
          <a:prstGeom prst="roundRect">
            <a:avLst>
              <a:gd fmla="val 12110" name="adj"/>
            </a:avLst>
          </a:prstGeom>
          <a:solidFill>
            <a:srgbClr val="2F4B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975" name="Google Shape;1975;p179"/>
          <p:cNvSpPr txBox="1"/>
          <p:nvPr>
            <p:ph type="title"/>
          </p:nvPr>
        </p:nvSpPr>
        <p:spPr>
          <a:xfrm>
            <a:off x="367967" y="1764275"/>
            <a:ext cx="11043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000">
                <a:solidFill>
                  <a:srgbClr val="F2FAFF"/>
                </a:solidFill>
              </a:rPr>
              <a:t>Code Interpreter</a:t>
            </a:r>
            <a:endParaRPr sz="1000">
              <a:solidFill>
                <a:srgbClr val="F2FAFF"/>
              </a:solidFill>
            </a:endParaRPr>
          </a:p>
        </p:txBody>
      </p:sp>
      <p:sp>
        <p:nvSpPr>
          <p:cNvPr id="1976" name="Google Shape;1976;p179"/>
          <p:cNvSpPr/>
          <p:nvPr/>
        </p:nvSpPr>
        <p:spPr>
          <a:xfrm>
            <a:off x="1550617" y="1792000"/>
            <a:ext cx="709200" cy="288000"/>
          </a:xfrm>
          <a:prstGeom prst="roundRect">
            <a:avLst>
              <a:gd fmla="val 12110" name="adj"/>
            </a:avLst>
          </a:prstGeom>
          <a:solidFill>
            <a:srgbClr val="2F4B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977" name="Google Shape;1977;p179"/>
          <p:cNvSpPr txBox="1"/>
          <p:nvPr>
            <p:ph type="title"/>
          </p:nvPr>
        </p:nvSpPr>
        <p:spPr>
          <a:xfrm>
            <a:off x="1550617" y="1764275"/>
            <a:ext cx="6726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000">
                <a:solidFill>
                  <a:srgbClr val="F2FAFF"/>
                </a:solidFill>
              </a:rPr>
              <a:t>Sandbox</a:t>
            </a:r>
            <a:endParaRPr sz="1000">
              <a:solidFill>
                <a:srgbClr val="F2FAFF"/>
              </a:solidFill>
            </a:endParaRPr>
          </a:p>
        </p:txBody>
      </p:sp>
      <p:sp>
        <p:nvSpPr>
          <p:cNvPr id="1978" name="Google Shape;1978;p179"/>
          <p:cNvSpPr/>
          <p:nvPr/>
        </p:nvSpPr>
        <p:spPr>
          <a:xfrm>
            <a:off x="2338167" y="1792000"/>
            <a:ext cx="825300" cy="288000"/>
          </a:xfrm>
          <a:prstGeom prst="roundRect">
            <a:avLst>
              <a:gd fmla="val 12110" name="adj"/>
            </a:avLst>
          </a:prstGeom>
          <a:solidFill>
            <a:srgbClr val="2F4B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979" name="Google Shape;1979;p179"/>
          <p:cNvSpPr txBox="1"/>
          <p:nvPr>
            <p:ph type="title"/>
          </p:nvPr>
        </p:nvSpPr>
        <p:spPr>
          <a:xfrm>
            <a:off x="2338167" y="1764275"/>
            <a:ext cx="8802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000">
                <a:solidFill>
                  <a:srgbClr val="F2FAFF"/>
                </a:solidFill>
              </a:rPr>
              <a:t>Filesystem</a:t>
            </a:r>
            <a:endParaRPr sz="1000">
              <a:solidFill>
                <a:srgbClr val="F2FAFF"/>
              </a:solidFill>
            </a:endParaRPr>
          </a:p>
        </p:txBody>
      </p:sp>
      <p:sp>
        <p:nvSpPr>
          <p:cNvPr id="1980" name="Google Shape;1980;p179"/>
          <p:cNvSpPr txBox="1"/>
          <p:nvPr>
            <p:ph type="title"/>
          </p:nvPr>
        </p:nvSpPr>
        <p:spPr>
          <a:xfrm>
            <a:off x="4084265" y="1363575"/>
            <a:ext cx="25611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80">
                <a:solidFill>
                  <a:srgbClr val="F2FAFF"/>
                </a:solidFill>
              </a:rPr>
              <a:t>Delegation</a:t>
            </a:r>
            <a:endParaRPr sz="1580">
              <a:solidFill>
                <a:srgbClr val="F2FAFF"/>
              </a:solidFill>
            </a:endParaRPr>
          </a:p>
        </p:txBody>
      </p:sp>
      <p:sp>
        <p:nvSpPr>
          <p:cNvPr id="1981" name="Google Shape;1981;p179"/>
          <p:cNvSpPr/>
          <p:nvPr/>
        </p:nvSpPr>
        <p:spPr>
          <a:xfrm>
            <a:off x="367971" y="2905675"/>
            <a:ext cx="513000" cy="288000"/>
          </a:xfrm>
          <a:prstGeom prst="roundRect">
            <a:avLst>
              <a:gd fmla="val 12110" name="adj"/>
            </a:avLst>
          </a:prstGeom>
          <a:solidFill>
            <a:srgbClr val="161F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982" name="Google Shape;1982;p179"/>
          <p:cNvSpPr txBox="1"/>
          <p:nvPr>
            <p:ph type="title"/>
          </p:nvPr>
        </p:nvSpPr>
        <p:spPr>
          <a:xfrm>
            <a:off x="367976" y="2877625"/>
            <a:ext cx="5424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000">
                <a:solidFill>
                  <a:srgbClr val="F2FAFF"/>
                </a:solidFill>
              </a:rPr>
              <a:t>Skills</a:t>
            </a:r>
            <a:endParaRPr sz="1000">
              <a:solidFill>
                <a:srgbClr val="F2FAFF"/>
              </a:solidFill>
            </a:endParaRPr>
          </a:p>
        </p:txBody>
      </p:sp>
      <p:sp>
        <p:nvSpPr>
          <p:cNvPr id="1983" name="Google Shape;1983;p179"/>
          <p:cNvSpPr/>
          <p:nvPr/>
        </p:nvSpPr>
        <p:spPr>
          <a:xfrm>
            <a:off x="957330" y="2905675"/>
            <a:ext cx="709200" cy="288000"/>
          </a:xfrm>
          <a:prstGeom prst="roundRect">
            <a:avLst>
              <a:gd fmla="val 12110" name="adj"/>
            </a:avLst>
          </a:prstGeom>
          <a:solidFill>
            <a:srgbClr val="161F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984" name="Google Shape;1984;p179"/>
          <p:cNvSpPr txBox="1"/>
          <p:nvPr>
            <p:ph type="title"/>
          </p:nvPr>
        </p:nvSpPr>
        <p:spPr>
          <a:xfrm>
            <a:off x="957328" y="2877625"/>
            <a:ext cx="7092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000">
                <a:solidFill>
                  <a:srgbClr val="F2FAFF"/>
                </a:solidFill>
              </a:rPr>
              <a:t>Memory</a:t>
            </a:r>
            <a:endParaRPr sz="1000">
              <a:solidFill>
                <a:srgbClr val="F2FAFF"/>
              </a:solidFill>
            </a:endParaRPr>
          </a:p>
        </p:txBody>
      </p:sp>
      <p:sp>
        <p:nvSpPr>
          <p:cNvPr id="1985" name="Google Shape;1985;p179"/>
          <p:cNvSpPr/>
          <p:nvPr/>
        </p:nvSpPr>
        <p:spPr>
          <a:xfrm>
            <a:off x="1728339" y="2905675"/>
            <a:ext cx="1051200" cy="288000"/>
          </a:xfrm>
          <a:prstGeom prst="roundRect">
            <a:avLst>
              <a:gd fmla="val 12110" name="adj"/>
            </a:avLst>
          </a:prstGeom>
          <a:solidFill>
            <a:srgbClr val="161F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986" name="Google Shape;1986;p179"/>
          <p:cNvSpPr txBox="1"/>
          <p:nvPr>
            <p:ph type="title"/>
          </p:nvPr>
        </p:nvSpPr>
        <p:spPr>
          <a:xfrm>
            <a:off x="1728339" y="2877625"/>
            <a:ext cx="10512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000">
                <a:solidFill>
                  <a:srgbClr val="F2FAFF"/>
                </a:solidFill>
              </a:rPr>
              <a:t>Summarization</a:t>
            </a:r>
            <a:endParaRPr sz="1000">
              <a:solidFill>
                <a:srgbClr val="F2FAFF"/>
              </a:solidFill>
            </a:endParaRPr>
          </a:p>
        </p:txBody>
      </p:sp>
      <p:sp>
        <p:nvSpPr>
          <p:cNvPr id="1987" name="Google Shape;1987;p179"/>
          <p:cNvSpPr/>
          <p:nvPr/>
        </p:nvSpPr>
        <p:spPr>
          <a:xfrm>
            <a:off x="2848621" y="2905675"/>
            <a:ext cx="1242900" cy="288000"/>
          </a:xfrm>
          <a:prstGeom prst="roundRect">
            <a:avLst>
              <a:gd fmla="val 12110" name="adj"/>
            </a:avLst>
          </a:prstGeom>
          <a:solidFill>
            <a:srgbClr val="161F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988" name="Google Shape;1988;p179"/>
          <p:cNvSpPr txBox="1"/>
          <p:nvPr>
            <p:ph type="title"/>
          </p:nvPr>
        </p:nvSpPr>
        <p:spPr>
          <a:xfrm>
            <a:off x="2848621" y="2877625"/>
            <a:ext cx="13383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000">
                <a:solidFill>
                  <a:srgbClr val="F2FAFF"/>
                </a:solidFill>
              </a:rPr>
              <a:t>Context offloading</a:t>
            </a:r>
            <a:endParaRPr sz="1000">
              <a:solidFill>
                <a:srgbClr val="F2FAFF"/>
              </a:solidFill>
            </a:endParaRPr>
          </a:p>
        </p:txBody>
      </p:sp>
      <p:sp>
        <p:nvSpPr>
          <p:cNvPr id="1989" name="Google Shape;1989;p179"/>
          <p:cNvSpPr/>
          <p:nvPr/>
        </p:nvSpPr>
        <p:spPr>
          <a:xfrm>
            <a:off x="4145952" y="2905675"/>
            <a:ext cx="1051200" cy="288000"/>
          </a:xfrm>
          <a:prstGeom prst="roundRect">
            <a:avLst>
              <a:gd fmla="val 12110" name="adj"/>
            </a:avLst>
          </a:prstGeom>
          <a:solidFill>
            <a:srgbClr val="161F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990" name="Google Shape;1990;p179"/>
          <p:cNvSpPr txBox="1"/>
          <p:nvPr>
            <p:ph type="title"/>
          </p:nvPr>
        </p:nvSpPr>
        <p:spPr>
          <a:xfrm>
            <a:off x="4145951" y="2877625"/>
            <a:ext cx="10512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000">
                <a:solidFill>
                  <a:srgbClr val="F2FAFF"/>
                </a:solidFill>
              </a:rPr>
              <a:t>Prompt caching</a:t>
            </a:r>
            <a:endParaRPr sz="1000">
              <a:solidFill>
                <a:srgbClr val="F2FAFF"/>
              </a:solidFill>
            </a:endParaRPr>
          </a:p>
        </p:txBody>
      </p:sp>
      <p:sp>
        <p:nvSpPr>
          <p:cNvPr id="1991" name="Google Shape;1991;p179"/>
          <p:cNvSpPr txBox="1"/>
          <p:nvPr>
            <p:ph type="title"/>
          </p:nvPr>
        </p:nvSpPr>
        <p:spPr>
          <a:xfrm>
            <a:off x="274728" y="3245592"/>
            <a:ext cx="25611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80">
                <a:solidFill>
                  <a:srgbClr val="F2FAFF"/>
                </a:solidFill>
              </a:rPr>
              <a:t>Context management</a:t>
            </a:r>
            <a:endParaRPr sz="1580">
              <a:solidFill>
                <a:srgbClr val="F2FAFF"/>
              </a:solidFill>
            </a:endParaRPr>
          </a:p>
        </p:txBody>
      </p:sp>
      <p:sp>
        <p:nvSpPr>
          <p:cNvPr id="1992" name="Google Shape;1992;p179"/>
          <p:cNvSpPr/>
          <p:nvPr/>
        </p:nvSpPr>
        <p:spPr>
          <a:xfrm>
            <a:off x="4151329" y="1792207"/>
            <a:ext cx="709200" cy="288000"/>
          </a:xfrm>
          <a:prstGeom prst="roundRect">
            <a:avLst>
              <a:gd fmla="val 12110" name="adj"/>
            </a:avLst>
          </a:prstGeom>
          <a:solidFill>
            <a:srgbClr val="B2D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993" name="Google Shape;1993;p179"/>
          <p:cNvSpPr txBox="1"/>
          <p:nvPr>
            <p:ph type="title"/>
          </p:nvPr>
        </p:nvSpPr>
        <p:spPr>
          <a:xfrm>
            <a:off x="4151329" y="1764270"/>
            <a:ext cx="6726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000">
                <a:solidFill>
                  <a:srgbClr val="161F34"/>
                </a:solidFill>
              </a:rPr>
              <a:t>Planning</a:t>
            </a:r>
            <a:endParaRPr sz="1000">
              <a:solidFill>
                <a:srgbClr val="161F34"/>
              </a:solidFill>
            </a:endParaRPr>
          </a:p>
        </p:txBody>
      </p:sp>
      <p:sp>
        <p:nvSpPr>
          <p:cNvPr id="1994" name="Google Shape;1994;p179"/>
          <p:cNvSpPr/>
          <p:nvPr/>
        </p:nvSpPr>
        <p:spPr>
          <a:xfrm>
            <a:off x="4938875" y="1792200"/>
            <a:ext cx="784200" cy="288000"/>
          </a:xfrm>
          <a:prstGeom prst="roundRect">
            <a:avLst>
              <a:gd fmla="val 12110" name="adj"/>
            </a:avLst>
          </a:prstGeom>
          <a:solidFill>
            <a:srgbClr val="B2D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995" name="Google Shape;1995;p179"/>
          <p:cNvSpPr txBox="1"/>
          <p:nvPr>
            <p:ph type="title"/>
          </p:nvPr>
        </p:nvSpPr>
        <p:spPr>
          <a:xfrm>
            <a:off x="6405170" y="1363575"/>
            <a:ext cx="13383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80">
                <a:solidFill>
                  <a:srgbClr val="F2FAFF"/>
                </a:solidFill>
              </a:rPr>
              <a:t>Middleware</a:t>
            </a:r>
            <a:endParaRPr sz="1580">
              <a:solidFill>
                <a:srgbClr val="F2FAFF"/>
              </a:solidFill>
            </a:endParaRPr>
          </a:p>
        </p:txBody>
      </p:sp>
      <p:sp>
        <p:nvSpPr>
          <p:cNvPr id="1996" name="Google Shape;1996;p179"/>
          <p:cNvSpPr/>
          <p:nvPr/>
        </p:nvSpPr>
        <p:spPr>
          <a:xfrm>
            <a:off x="6472251" y="1792200"/>
            <a:ext cx="1271100" cy="288000"/>
          </a:xfrm>
          <a:prstGeom prst="roundRect">
            <a:avLst>
              <a:gd fmla="val 12110" name="adj"/>
            </a:avLst>
          </a:prstGeom>
          <a:solidFill>
            <a:srgbClr val="80C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997" name="Google Shape;1997;p179"/>
          <p:cNvSpPr txBox="1"/>
          <p:nvPr>
            <p:ph type="title"/>
          </p:nvPr>
        </p:nvSpPr>
        <p:spPr>
          <a:xfrm>
            <a:off x="6472225" y="1764275"/>
            <a:ext cx="14337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000">
                <a:solidFill>
                  <a:srgbClr val="161F34"/>
                </a:solidFill>
              </a:rPr>
              <a:t>Human-in-the-loop</a:t>
            </a:r>
            <a:endParaRPr sz="1000">
              <a:solidFill>
                <a:srgbClr val="161F34"/>
              </a:solidFill>
            </a:endParaRPr>
          </a:p>
        </p:txBody>
      </p:sp>
      <p:cxnSp>
        <p:nvCxnSpPr>
          <p:cNvPr id="1998" name="Google Shape;1998;p179"/>
          <p:cNvCxnSpPr/>
          <p:nvPr/>
        </p:nvCxnSpPr>
        <p:spPr>
          <a:xfrm>
            <a:off x="1887150" y="2081990"/>
            <a:ext cx="0" cy="821400"/>
          </a:xfrm>
          <a:prstGeom prst="straightConnector1">
            <a:avLst/>
          </a:prstGeom>
          <a:noFill/>
          <a:ln cap="flat" cmpd="sng" w="9525">
            <a:solidFill>
              <a:srgbClr val="FBFBF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9" name="Google Shape;1999;p179"/>
          <p:cNvCxnSpPr/>
          <p:nvPr/>
        </p:nvCxnSpPr>
        <p:spPr>
          <a:xfrm flipH="1" rot="10800000">
            <a:off x="639176" y="2605975"/>
            <a:ext cx="2796600" cy="299700"/>
          </a:xfrm>
          <a:prstGeom prst="bentConnector3">
            <a:avLst>
              <a:gd fmla="val 31" name="adj1"/>
            </a:avLst>
          </a:prstGeom>
          <a:noFill/>
          <a:ln cap="flat" cmpd="sng" w="9525">
            <a:solidFill>
              <a:srgbClr val="FBFBF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0" name="Google Shape;2000;p179"/>
          <p:cNvCxnSpPr/>
          <p:nvPr/>
        </p:nvCxnSpPr>
        <p:spPr>
          <a:xfrm flipH="1" rot="10800000">
            <a:off x="1313201" y="2604175"/>
            <a:ext cx="576600" cy="301500"/>
          </a:xfrm>
          <a:prstGeom prst="bentConnector3">
            <a:avLst>
              <a:gd fmla="val 260" name="adj1"/>
            </a:avLst>
          </a:prstGeom>
          <a:noFill/>
          <a:ln cap="flat" cmpd="sng" w="9525">
            <a:solidFill>
              <a:srgbClr val="FBFBF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1" name="Google Shape;2001;p179"/>
          <p:cNvCxnSpPr/>
          <p:nvPr/>
        </p:nvCxnSpPr>
        <p:spPr>
          <a:xfrm>
            <a:off x="3439687" y="2600297"/>
            <a:ext cx="0" cy="302100"/>
          </a:xfrm>
          <a:prstGeom prst="straightConnector1">
            <a:avLst/>
          </a:prstGeom>
          <a:noFill/>
          <a:ln cap="flat" cmpd="sng" w="9525">
            <a:solidFill>
              <a:srgbClr val="FBFBFB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02" name="Google Shape;2002;p179"/>
          <p:cNvSpPr txBox="1"/>
          <p:nvPr>
            <p:ph type="title"/>
          </p:nvPr>
        </p:nvSpPr>
        <p:spPr>
          <a:xfrm>
            <a:off x="4938879" y="1771949"/>
            <a:ext cx="8802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000">
                <a:solidFill>
                  <a:srgbClr val="161F34"/>
                </a:solidFill>
              </a:rPr>
              <a:t>Subagents</a:t>
            </a:r>
            <a:endParaRPr sz="1000">
              <a:solidFill>
                <a:srgbClr val="161F34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6" name="Shape 2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" name="Google Shape;2007;p180"/>
          <p:cNvSpPr txBox="1"/>
          <p:nvPr>
            <p:ph type="title"/>
          </p:nvPr>
        </p:nvSpPr>
        <p:spPr>
          <a:xfrm>
            <a:off x="311700" y="28626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80C7FF"/>
                </a:solidFill>
              </a:rPr>
              <a:t>Base Deep Agents harness</a:t>
            </a:r>
            <a:endParaRPr>
              <a:solidFill>
                <a:srgbClr val="80C7FF"/>
              </a:solidFill>
            </a:endParaRPr>
          </a:p>
        </p:txBody>
      </p:sp>
      <p:sp>
        <p:nvSpPr>
          <p:cNvPr id="2008" name="Google Shape;2008;p180"/>
          <p:cNvSpPr/>
          <p:nvPr/>
        </p:nvSpPr>
        <p:spPr>
          <a:xfrm>
            <a:off x="4835600" y="370688"/>
            <a:ext cx="2284200" cy="451500"/>
          </a:xfrm>
          <a:prstGeom prst="roundRect">
            <a:avLst>
              <a:gd fmla="val 4038" name="adj"/>
            </a:avLst>
          </a:prstGeom>
          <a:solidFill>
            <a:srgbClr val="0D1322"/>
          </a:solidFill>
          <a:ln cap="flat" cmpd="sng" w="9525">
            <a:solidFill>
              <a:srgbClr val="7F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009" name="Google Shape;2009;p180"/>
          <p:cNvSpPr txBox="1"/>
          <p:nvPr/>
        </p:nvSpPr>
        <p:spPr>
          <a:xfrm>
            <a:off x="5044097" y="381949"/>
            <a:ext cx="18672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625" lIns="30625" spcFirstLastPara="1" rIns="30625" wrap="square" tIns="30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74">
                <a:solidFill>
                  <a:srgbClr val="F2FAFF"/>
                </a:solidFill>
                <a:latin typeface="Inter Tight"/>
                <a:ea typeface="Inter Tight"/>
                <a:cs typeface="Inter Tight"/>
                <a:sym typeface="Inter Tight"/>
              </a:rPr>
              <a:t>Anatomy of a harness</a:t>
            </a:r>
            <a:endParaRPr sz="1374">
              <a:solidFill>
                <a:srgbClr val="F2FAFF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010" name="Google Shape;2010;p180"/>
          <p:cNvSpPr txBox="1"/>
          <p:nvPr>
            <p:ph type="title"/>
          </p:nvPr>
        </p:nvSpPr>
        <p:spPr>
          <a:xfrm>
            <a:off x="274728" y="1363575"/>
            <a:ext cx="25611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80">
                <a:solidFill>
                  <a:srgbClr val="F2FAFF"/>
                </a:solidFill>
              </a:rPr>
              <a:t>Execution Environment</a:t>
            </a:r>
            <a:endParaRPr sz="1580">
              <a:solidFill>
                <a:srgbClr val="F2FAFF"/>
              </a:solidFill>
            </a:endParaRPr>
          </a:p>
        </p:txBody>
      </p:sp>
      <p:sp>
        <p:nvSpPr>
          <p:cNvPr id="2011" name="Google Shape;2011;p180"/>
          <p:cNvSpPr/>
          <p:nvPr/>
        </p:nvSpPr>
        <p:spPr>
          <a:xfrm>
            <a:off x="367967" y="1792000"/>
            <a:ext cx="1104300" cy="288000"/>
          </a:xfrm>
          <a:prstGeom prst="roundRect">
            <a:avLst>
              <a:gd fmla="val 12110" name="adj"/>
            </a:avLst>
          </a:prstGeom>
          <a:solidFill>
            <a:srgbClr val="2F4B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012" name="Google Shape;2012;p180"/>
          <p:cNvSpPr txBox="1"/>
          <p:nvPr>
            <p:ph type="title"/>
          </p:nvPr>
        </p:nvSpPr>
        <p:spPr>
          <a:xfrm>
            <a:off x="367967" y="1764275"/>
            <a:ext cx="11043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000">
                <a:solidFill>
                  <a:srgbClr val="F2FAFF"/>
                </a:solidFill>
              </a:rPr>
              <a:t>Code Interpreter</a:t>
            </a:r>
            <a:endParaRPr sz="1000">
              <a:solidFill>
                <a:srgbClr val="F2FAFF"/>
              </a:solidFill>
            </a:endParaRPr>
          </a:p>
        </p:txBody>
      </p:sp>
      <p:sp>
        <p:nvSpPr>
          <p:cNvPr id="2013" name="Google Shape;2013;p180"/>
          <p:cNvSpPr/>
          <p:nvPr/>
        </p:nvSpPr>
        <p:spPr>
          <a:xfrm>
            <a:off x="1550617" y="1792000"/>
            <a:ext cx="709200" cy="288000"/>
          </a:xfrm>
          <a:prstGeom prst="roundRect">
            <a:avLst>
              <a:gd fmla="val 12110" name="adj"/>
            </a:avLst>
          </a:prstGeom>
          <a:solidFill>
            <a:srgbClr val="2F4B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014" name="Google Shape;2014;p180"/>
          <p:cNvSpPr txBox="1"/>
          <p:nvPr>
            <p:ph type="title"/>
          </p:nvPr>
        </p:nvSpPr>
        <p:spPr>
          <a:xfrm>
            <a:off x="1550617" y="1764275"/>
            <a:ext cx="6726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000">
                <a:solidFill>
                  <a:srgbClr val="F2FAFF"/>
                </a:solidFill>
              </a:rPr>
              <a:t>Sandbox</a:t>
            </a:r>
            <a:endParaRPr sz="1000">
              <a:solidFill>
                <a:srgbClr val="F2FAFF"/>
              </a:solidFill>
            </a:endParaRPr>
          </a:p>
        </p:txBody>
      </p:sp>
      <p:sp>
        <p:nvSpPr>
          <p:cNvPr id="2015" name="Google Shape;2015;p180"/>
          <p:cNvSpPr/>
          <p:nvPr/>
        </p:nvSpPr>
        <p:spPr>
          <a:xfrm>
            <a:off x="2338167" y="1792000"/>
            <a:ext cx="825300" cy="288000"/>
          </a:xfrm>
          <a:prstGeom prst="roundRect">
            <a:avLst>
              <a:gd fmla="val 12110" name="adj"/>
            </a:avLst>
          </a:prstGeom>
          <a:solidFill>
            <a:srgbClr val="2F4B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016" name="Google Shape;2016;p180"/>
          <p:cNvSpPr txBox="1"/>
          <p:nvPr>
            <p:ph type="title"/>
          </p:nvPr>
        </p:nvSpPr>
        <p:spPr>
          <a:xfrm>
            <a:off x="2338167" y="1764275"/>
            <a:ext cx="8802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000">
                <a:solidFill>
                  <a:srgbClr val="F2FAFF"/>
                </a:solidFill>
              </a:rPr>
              <a:t>Filesystem</a:t>
            </a:r>
            <a:endParaRPr sz="1000">
              <a:solidFill>
                <a:srgbClr val="F2FAFF"/>
              </a:solidFill>
            </a:endParaRPr>
          </a:p>
        </p:txBody>
      </p:sp>
      <p:sp>
        <p:nvSpPr>
          <p:cNvPr id="2017" name="Google Shape;2017;p180"/>
          <p:cNvSpPr txBox="1"/>
          <p:nvPr>
            <p:ph type="title"/>
          </p:nvPr>
        </p:nvSpPr>
        <p:spPr>
          <a:xfrm>
            <a:off x="4084265" y="1363575"/>
            <a:ext cx="25611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80">
                <a:solidFill>
                  <a:srgbClr val="F2FAFF"/>
                </a:solidFill>
              </a:rPr>
              <a:t>Delegation</a:t>
            </a:r>
            <a:endParaRPr sz="1580">
              <a:solidFill>
                <a:srgbClr val="F2FAFF"/>
              </a:solidFill>
            </a:endParaRPr>
          </a:p>
        </p:txBody>
      </p:sp>
      <p:sp>
        <p:nvSpPr>
          <p:cNvPr id="2018" name="Google Shape;2018;p180"/>
          <p:cNvSpPr/>
          <p:nvPr/>
        </p:nvSpPr>
        <p:spPr>
          <a:xfrm>
            <a:off x="367971" y="2905675"/>
            <a:ext cx="513000" cy="288000"/>
          </a:xfrm>
          <a:prstGeom prst="roundRect">
            <a:avLst>
              <a:gd fmla="val 12110" name="adj"/>
            </a:avLst>
          </a:prstGeom>
          <a:solidFill>
            <a:srgbClr val="161F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019" name="Google Shape;2019;p180"/>
          <p:cNvSpPr txBox="1"/>
          <p:nvPr>
            <p:ph type="title"/>
          </p:nvPr>
        </p:nvSpPr>
        <p:spPr>
          <a:xfrm>
            <a:off x="367976" y="2877625"/>
            <a:ext cx="5424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000">
                <a:solidFill>
                  <a:srgbClr val="F2FAFF"/>
                </a:solidFill>
              </a:rPr>
              <a:t>Skills</a:t>
            </a:r>
            <a:endParaRPr sz="1000">
              <a:solidFill>
                <a:srgbClr val="F2FAFF"/>
              </a:solidFill>
            </a:endParaRPr>
          </a:p>
        </p:txBody>
      </p:sp>
      <p:sp>
        <p:nvSpPr>
          <p:cNvPr id="2020" name="Google Shape;2020;p180"/>
          <p:cNvSpPr/>
          <p:nvPr/>
        </p:nvSpPr>
        <p:spPr>
          <a:xfrm>
            <a:off x="957330" y="2905675"/>
            <a:ext cx="709200" cy="288000"/>
          </a:xfrm>
          <a:prstGeom prst="roundRect">
            <a:avLst>
              <a:gd fmla="val 12110" name="adj"/>
            </a:avLst>
          </a:prstGeom>
          <a:solidFill>
            <a:srgbClr val="161F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021" name="Google Shape;2021;p180"/>
          <p:cNvSpPr txBox="1"/>
          <p:nvPr>
            <p:ph type="title"/>
          </p:nvPr>
        </p:nvSpPr>
        <p:spPr>
          <a:xfrm>
            <a:off x="957328" y="2877625"/>
            <a:ext cx="7092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000">
                <a:solidFill>
                  <a:srgbClr val="F2FAFF"/>
                </a:solidFill>
              </a:rPr>
              <a:t>Memory</a:t>
            </a:r>
            <a:endParaRPr sz="1000">
              <a:solidFill>
                <a:srgbClr val="F2FAFF"/>
              </a:solidFill>
            </a:endParaRPr>
          </a:p>
        </p:txBody>
      </p:sp>
      <p:sp>
        <p:nvSpPr>
          <p:cNvPr id="2022" name="Google Shape;2022;p180"/>
          <p:cNvSpPr/>
          <p:nvPr/>
        </p:nvSpPr>
        <p:spPr>
          <a:xfrm>
            <a:off x="1728339" y="2905675"/>
            <a:ext cx="1051200" cy="288000"/>
          </a:xfrm>
          <a:prstGeom prst="roundRect">
            <a:avLst>
              <a:gd fmla="val 12110" name="adj"/>
            </a:avLst>
          </a:prstGeom>
          <a:solidFill>
            <a:srgbClr val="161F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023" name="Google Shape;2023;p180"/>
          <p:cNvSpPr txBox="1"/>
          <p:nvPr>
            <p:ph type="title"/>
          </p:nvPr>
        </p:nvSpPr>
        <p:spPr>
          <a:xfrm>
            <a:off x="1728339" y="2877625"/>
            <a:ext cx="10512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000">
                <a:solidFill>
                  <a:srgbClr val="F2FAFF"/>
                </a:solidFill>
              </a:rPr>
              <a:t>Summarization</a:t>
            </a:r>
            <a:endParaRPr sz="1000">
              <a:solidFill>
                <a:srgbClr val="F2FAFF"/>
              </a:solidFill>
            </a:endParaRPr>
          </a:p>
        </p:txBody>
      </p:sp>
      <p:sp>
        <p:nvSpPr>
          <p:cNvPr id="2024" name="Google Shape;2024;p180"/>
          <p:cNvSpPr/>
          <p:nvPr/>
        </p:nvSpPr>
        <p:spPr>
          <a:xfrm>
            <a:off x="2848621" y="2905675"/>
            <a:ext cx="1242900" cy="288000"/>
          </a:xfrm>
          <a:prstGeom prst="roundRect">
            <a:avLst>
              <a:gd fmla="val 12110" name="adj"/>
            </a:avLst>
          </a:prstGeom>
          <a:solidFill>
            <a:srgbClr val="161F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025" name="Google Shape;2025;p180"/>
          <p:cNvSpPr txBox="1"/>
          <p:nvPr>
            <p:ph type="title"/>
          </p:nvPr>
        </p:nvSpPr>
        <p:spPr>
          <a:xfrm>
            <a:off x="2848621" y="2877625"/>
            <a:ext cx="13383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000">
                <a:solidFill>
                  <a:srgbClr val="F2FAFF"/>
                </a:solidFill>
              </a:rPr>
              <a:t>Context offloading</a:t>
            </a:r>
            <a:endParaRPr sz="1000">
              <a:solidFill>
                <a:srgbClr val="F2FAFF"/>
              </a:solidFill>
            </a:endParaRPr>
          </a:p>
        </p:txBody>
      </p:sp>
      <p:sp>
        <p:nvSpPr>
          <p:cNvPr id="2026" name="Google Shape;2026;p180"/>
          <p:cNvSpPr/>
          <p:nvPr/>
        </p:nvSpPr>
        <p:spPr>
          <a:xfrm>
            <a:off x="4145952" y="2905675"/>
            <a:ext cx="1051200" cy="288000"/>
          </a:xfrm>
          <a:prstGeom prst="roundRect">
            <a:avLst>
              <a:gd fmla="val 12110" name="adj"/>
            </a:avLst>
          </a:prstGeom>
          <a:solidFill>
            <a:srgbClr val="161F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027" name="Google Shape;2027;p180"/>
          <p:cNvSpPr txBox="1"/>
          <p:nvPr>
            <p:ph type="title"/>
          </p:nvPr>
        </p:nvSpPr>
        <p:spPr>
          <a:xfrm>
            <a:off x="4145951" y="2877625"/>
            <a:ext cx="10512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000">
                <a:solidFill>
                  <a:srgbClr val="F2FAFF"/>
                </a:solidFill>
              </a:rPr>
              <a:t>Prompt caching</a:t>
            </a:r>
            <a:endParaRPr sz="1000">
              <a:solidFill>
                <a:srgbClr val="F2FAFF"/>
              </a:solidFill>
            </a:endParaRPr>
          </a:p>
        </p:txBody>
      </p:sp>
      <p:sp>
        <p:nvSpPr>
          <p:cNvPr id="2028" name="Google Shape;2028;p180"/>
          <p:cNvSpPr txBox="1"/>
          <p:nvPr>
            <p:ph type="title"/>
          </p:nvPr>
        </p:nvSpPr>
        <p:spPr>
          <a:xfrm>
            <a:off x="274728" y="3245592"/>
            <a:ext cx="25611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80">
                <a:solidFill>
                  <a:srgbClr val="F2FAFF"/>
                </a:solidFill>
              </a:rPr>
              <a:t>Context management</a:t>
            </a:r>
            <a:endParaRPr sz="1580">
              <a:solidFill>
                <a:srgbClr val="F2FAFF"/>
              </a:solidFill>
            </a:endParaRPr>
          </a:p>
        </p:txBody>
      </p:sp>
      <p:sp>
        <p:nvSpPr>
          <p:cNvPr id="2029" name="Google Shape;2029;p180"/>
          <p:cNvSpPr/>
          <p:nvPr/>
        </p:nvSpPr>
        <p:spPr>
          <a:xfrm>
            <a:off x="4151329" y="1792207"/>
            <a:ext cx="709200" cy="288000"/>
          </a:xfrm>
          <a:prstGeom prst="roundRect">
            <a:avLst>
              <a:gd fmla="val 12110" name="adj"/>
            </a:avLst>
          </a:prstGeom>
          <a:solidFill>
            <a:srgbClr val="B2D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030" name="Google Shape;2030;p180"/>
          <p:cNvSpPr txBox="1"/>
          <p:nvPr>
            <p:ph type="title"/>
          </p:nvPr>
        </p:nvSpPr>
        <p:spPr>
          <a:xfrm>
            <a:off x="4151329" y="1764270"/>
            <a:ext cx="6726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000">
                <a:solidFill>
                  <a:srgbClr val="161F34"/>
                </a:solidFill>
              </a:rPr>
              <a:t>Planning</a:t>
            </a:r>
            <a:endParaRPr sz="1000">
              <a:solidFill>
                <a:srgbClr val="161F34"/>
              </a:solidFill>
            </a:endParaRPr>
          </a:p>
        </p:txBody>
      </p:sp>
      <p:sp>
        <p:nvSpPr>
          <p:cNvPr id="2031" name="Google Shape;2031;p180"/>
          <p:cNvSpPr/>
          <p:nvPr/>
        </p:nvSpPr>
        <p:spPr>
          <a:xfrm>
            <a:off x="4938875" y="1792200"/>
            <a:ext cx="784200" cy="288000"/>
          </a:xfrm>
          <a:prstGeom prst="roundRect">
            <a:avLst>
              <a:gd fmla="val 12110" name="adj"/>
            </a:avLst>
          </a:prstGeom>
          <a:solidFill>
            <a:srgbClr val="B2DEFF"/>
          </a:solidFill>
          <a:ln cap="flat" cmpd="sng" w="28575">
            <a:solidFill>
              <a:srgbClr val="FBFBF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032" name="Google Shape;2032;p180"/>
          <p:cNvSpPr txBox="1"/>
          <p:nvPr>
            <p:ph type="title"/>
          </p:nvPr>
        </p:nvSpPr>
        <p:spPr>
          <a:xfrm>
            <a:off x="6405170" y="1363575"/>
            <a:ext cx="13383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80">
                <a:solidFill>
                  <a:srgbClr val="F2FAFF"/>
                </a:solidFill>
              </a:rPr>
              <a:t>Middleware</a:t>
            </a:r>
            <a:endParaRPr sz="1580">
              <a:solidFill>
                <a:srgbClr val="F2FAFF"/>
              </a:solidFill>
            </a:endParaRPr>
          </a:p>
        </p:txBody>
      </p:sp>
      <p:sp>
        <p:nvSpPr>
          <p:cNvPr id="2033" name="Google Shape;2033;p180"/>
          <p:cNvSpPr/>
          <p:nvPr/>
        </p:nvSpPr>
        <p:spPr>
          <a:xfrm>
            <a:off x="6472251" y="1792200"/>
            <a:ext cx="1271100" cy="288000"/>
          </a:xfrm>
          <a:prstGeom prst="roundRect">
            <a:avLst>
              <a:gd fmla="val 12110" name="adj"/>
            </a:avLst>
          </a:prstGeom>
          <a:solidFill>
            <a:srgbClr val="80C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034" name="Google Shape;2034;p180"/>
          <p:cNvSpPr txBox="1"/>
          <p:nvPr>
            <p:ph type="title"/>
          </p:nvPr>
        </p:nvSpPr>
        <p:spPr>
          <a:xfrm>
            <a:off x="6472225" y="1764275"/>
            <a:ext cx="14337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000">
                <a:solidFill>
                  <a:srgbClr val="161F34"/>
                </a:solidFill>
              </a:rPr>
              <a:t>Human-in-the-loop</a:t>
            </a:r>
            <a:endParaRPr sz="1000">
              <a:solidFill>
                <a:srgbClr val="161F34"/>
              </a:solidFill>
            </a:endParaRPr>
          </a:p>
        </p:txBody>
      </p:sp>
      <p:cxnSp>
        <p:nvCxnSpPr>
          <p:cNvPr id="2035" name="Google Shape;2035;p180"/>
          <p:cNvCxnSpPr/>
          <p:nvPr/>
        </p:nvCxnSpPr>
        <p:spPr>
          <a:xfrm>
            <a:off x="1887150" y="2081990"/>
            <a:ext cx="0" cy="821400"/>
          </a:xfrm>
          <a:prstGeom prst="straightConnector1">
            <a:avLst/>
          </a:prstGeom>
          <a:noFill/>
          <a:ln cap="flat" cmpd="sng" w="9525">
            <a:solidFill>
              <a:srgbClr val="FBFBF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6" name="Google Shape;2036;p180"/>
          <p:cNvCxnSpPr/>
          <p:nvPr/>
        </p:nvCxnSpPr>
        <p:spPr>
          <a:xfrm flipH="1" rot="10800000">
            <a:off x="639176" y="2605975"/>
            <a:ext cx="2796600" cy="299700"/>
          </a:xfrm>
          <a:prstGeom prst="bentConnector3">
            <a:avLst>
              <a:gd fmla="val 31" name="adj1"/>
            </a:avLst>
          </a:prstGeom>
          <a:noFill/>
          <a:ln cap="flat" cmpd="sng" w="9525">
            <a:solidFill>
              <a:srgbClr val="FBFBF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7" name="Google Shape;2037;p180"/>
          <p:cNvCxnSpPr/>
          <p:nvPr/>
        </p:nvCxnSpPr>
        <p:spPr>
          <a:xfrm flipH="1" rot="10800000">
            <a:off x="1313201" y="2604175"/>
            <a:ext cx="576600" cy="301500"/>
          </a:xfrm>
          <a:prstGeom prst="bentConnector3">
            <a:avLst>
              <a:gd fmla="val 260" name="adj1"/>
            </a:avLst>
          </a:prstGeom>
          <a:noFill/>
          <a:ln cap="flat" cmpd="sng" w="9525">
            <a:solidFill>
              <a:srgbClr val="FBFBF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8" name="Google Shape;2038;p180"/>
          <p:cNvCxnSpPr/>
          <p:nvPr/>
        </p:nvCxnSpPr>
        <p:spPr>
          <a:xfrm>
            <a:off x="3439687" y="2600297"/>
            <a:ext cx="0" cy="302100"/>
          </a:xfrm>
          <a:prstGeom prst="straightConnector1">
            <a:avLst/>
          </a:prstGeom>
          <a:noFill/>
          <a:ln cap="flat" cmpd="sng" w="9525">
            <a:solidFill>
              <a:srgbClr val="FBFBFB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9" name="Google Shape;2039;p180"/>
          <p:cNvSpPr txBox="1"/>
          <p:nvPr>
            <p:ph type="title"/>
          </p:nvPr>
        </p:nvSpPr>
        <p:spPr>
          <a:xfrm>
            <a:off x="4938879" y="1771949"/>
            <a:ext cx="8802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000">
                <a:solidFill>
                  <a:srgbClr val="161F34"/>
                </a:solidFill>
              </a:rPr>
              <a:t>Subagents</a:t>
            </a:r>
            <a:endParaRPr sz="1000">
              <a:solidFill>
                <a:srgbClr val="161F34"/>
              </a:solidFill>
            </a:endParaRPr>
          </a:p>
        </p:txBody>
      </p:sp>
      <p:sp>
        <p:nvSpPr>
          <p:cNvPr id="2040" name="Google Shape;2040;p180"/>
          <p:cNvSpPr/>
          <p:nvPr/>
        </p:nvSpPr>
        <p:spPr>
          <a:xfrm>
            <a:off x="200100" y="1320700"/>
            <a:ext cx="3313800" cy="1584900"/>
          </a:xfrm>
          <a:prstGeom prst="rect">
            <a:avLst/>
          </a:prstGeom>
          <a:solidFill>
            <a:srgbClr val="030710">
              <a:alpha val="829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041" name="Google Shape;2041;p180"/>
          <p:cNvSpPr/>
          <p:nvPr/>
        </p:nvSpPr>
        <p:spPr>
          <a:xfrm>
            <a:off x="200100" y="2902400"/>
            <a:ext cx="4997100" cy="722400"/>
          </a:xfrm>
          <a:prstGeom prst="rect">
            <a:avLst/>
          </a:prstGeom>
          <a:solidFill>
            <a:srgbClr val="030710">
              <a:alpha val="829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042" name="Google Shape;2042;p180"/>
          <p:cNvSpPr/>
          <p:nvPr/>
        </p:nvSpPr>
        <p:spPr>
          <a:xfrm>
            <a:off x="4091525" y="1784275"/>
            <a:ext cx="825300" cy="344100"/>
          </a:xfrm>
          <a:prstGeom prst="rect">
            <a:avLst/>
          </a:prstGeom>
          <a:solidFill>
            <a:srgbClr val="030710">
              <a:alpha val="829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043" name="Google Shape;2043;p180"/>
          <p:cNvSpPr/>
          <p:nvPr/>
        </p:nvSpPr>
        <p:spPr>
          <a:xfrm>
            <a:off x="6436150" y="1443200"/>
            <a:ext cx="1338300" cy="685200"/>
          </a:xfrm>
          <a:prstGeom prst="rect">
            <a:avLst/>
          </a:prstGeom>
          <a:solidFill>
            <a:srgbClr val="030710">
              <a:alpha val="829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7" name="Shape 2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" name="Google Shape;2048;p181"/>
          <p:cNvSpPr/>
          <p:nvPr/>
        </p:nvSpPr>
        <p:spPr>
          <a:xfrm>
            <a:off x="3628951" y="621688"/>
            <a:ext cx="1886100" cy="489000"/>
          </a:xfrm>
          <a:prstGeom prst="roundRect">
            <a:avLst>
              <a:gd fmla="val 16667" name="adj"/>
            </a:avLst>
          </a:prstGeom>
          <a:solidFill>
            <a:srgbClr val="80C7FF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5">
                <a:latin typeface="IBM Plex Mono"/>
                <a:ea typeface="IBM Plex Mono"/>
                <a:cs typeface="IBM Plex Mono"/>
                <a:sym typeface="IBM Plex Mono"/>
              </a:rPr>
              <a:t>input</a:t>
            </a:r>
            <a:endParaRPr sz="1635"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049" name="Google Shape;2049;p181"/>
          <p:cNvSpPr txBox="1"/>
          <p:nvPr>
            <p:ph type="title"/>
          </p:nvPr>
        </p:nvSpPr>
        <p:spPr>
          <a:xfrm>
            <a:off x="311700" y="286263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Subagents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3" name="Shape 2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Google Shape;2054;p182"/>
          <p:cNvSpPr/>
          <p:nvPr/>
        </p:nvSpPr>
        <p:spPr>
          <a:xfrm>
            <a:off x="3628951" y="621688"/>
            <a:ext cx="1886100" cy="489000"/>
          </a:xfrm>
          <a:prstGeom prst="roundRect">
            <a:avLst>
              <a:gd fmla="val 16667" name="adj"/>
            </a:avLst>
          </a:prstGeom>
          <a:solidFill>
            <a:srgbClr val="80C7FF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5">
                <a:latin typeface="IBM Plex Mono"/>
                <a:ea typeface="IBM Plex Mono"/>
                <a:cs typeface="IBM Plex Mono"/>
                <a:sym typeface="IBM Plex Mono"/>
              </a:rPr>
              <a:t>input</a:t>
            </a:r>
            <a:endParaRPr sz="1635"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055" name="Google Shape;2055;p182"/>
          <p:cNvSpPr/>
          <p:nvPr/>
        </p:nvSpPr>
        <p:spPr>
          <a:xfrm>
            <a:off x="3848601" y="1660916"/>
            <a:ext cx="1446900" cy="489000"/>
          </a:xfrm>
          <a:prstGeom prst="roundRect">
            <a:avLst>
              <a:gd fmla="val 16667" name="adj"/>
            </a:avLst>
          </a:prstGeom>
          <a:solidFill>
            <a:srgbClr val="895270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5">
                <a:solidFill>
                  <a:srgbClr val="FBFBFB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model</a:t>
            </a:r>
            <a:endParaRPr sz="1635">
              <a:solidFill>
                <a:srgbClr val="FBFBFB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2056" name="Google Shape;2056;p182"/>
          <p:cNvCxnSpPr>
            <a:stCxn id="2054" idx="2"/>
          </p:cNvCxnSpPr>
          <p:nvPr/>
        </p:nvCxnSpPr>
        <p:spPr>
          <a:xfrm>
            <a:off x="4572001" y="1110688"/>
            <a:ext cx="0" cy="345900"/>
          </a:xfrm>
          <a:prstGeom prst="straightConnector1">
            <a:avLst/>
          </a:prstGeom>
          <a:noFill/>
          <a:ln cap="flat" cmpd="sng" w="22250">
            <a:solidFill>
              <a:srgbClr val="CDE8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57" name="Google Shape;2057;p182"/>
          <p:cNvSpPr txBox="1"/>
          <p:nvPr>
            <p:ph type="title"/>
          </p:nvPr>
        </p:nvSpPr>
        <p:spPr>
          <a:xfrm>
            <a:off x="311700" y="286263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Subagents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1" name="Shape 2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2" name="Google Shape;2062;p183"/>
          <p:cNvSpPr/>
          <p:nvPr/>
        </p:nvSpPr>
        <p:spPr>
          <a:xfrm>
            <a:off x="3628951" y="621688"/>
            <a:ext cx="1886100" cy="489000"/>
          </a:xfrm>
          <a:prstGeom prst="roundRect">
            <a:avLst>
              <a:gd fmla="val 16667" name="adj"/>
            </a:avLst>
          </a:prstGeom>
          <a:solidFill>
            <a:srgbClr val="80C7FF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5">
                <a:latin typeface="IBM Plex Mono"/>
                <a:ea typeface="IBM Plex Mono"/>
                <a:cs typeface="IBM Plex Mono"/>
                <a:sym typeface="IBM Plex Mono"/>
              </a:rPr>
              <a:t>input</a:t>
            </a:r>
            <a:endParaRPr sz="1635"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063" name="Google Shape;2063;p183"/>
          <p:cNvSpPr/>
          <p:nvPr/>
        </p:nvSpPr>
        <p:spPr>
          <a:xfrm>
            <a:off x="3848601" y="1660916"/>
            <a:ext cx="1446900" cy="489000"/>
          </a:xfrm>
          <a:prstGeom prst="roundRect">
            <a:avLst>
              <a:gd fmla="val 16667" name="adj"/>
            </a:avLst>
          </a:prstGeom>
          <a:solidFill>
            <a:srgbClr val="895270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5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model</a:t>
            </a:r>
            <a:endParaRPr sz="1635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2064" name="Google Shape;2064;p183"/>
          <p:cNvCxnSpPr>
            <a:stCxn id="2062" idx="2"/>
          </p:cNvCxnSpPr>
          <p:nvPr/>
        </p:nvCxnSpPr>
        <p:spPr>
          <a:xfrm>
            <a:off x="4572001" y="1110688"/>
            <a:ext cx="0" cy="345900"/>
          </a:xfrm>
          <a:prstGeom prst="straightConnector1">
            <a:avLst/>
          </a:prstGeom>
          <a:noFill/>
          <a:ln cap="flat" cmpd="sng" w="22250">
            <a:solidFill>
              <a:srgbClr val="CDE8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65" name="Google Shape;2065;p183"/>
          <p:cNvSpPr txBox="1"/>
          <p:nvPr/>
        </p:nvSpPr>
        <p:spPr>
          <a:xfrm>
            <a:off x="5515050" y="1641705"/>
            <a:ext cx="875700" cy="5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895270"/>
                </a:solidFill>
                <a:latin typeface="IBM Plex Mono"/>
                <a:ea typeface="IBM Plex Mono"/>
                <a:cs typeface="IBM Plex Mono"/>
                <a:sym typeface="IBM Plex Mono"/>
              </a:rPr>
              <a:t>c</a:t>
            </a:r>
            <a:r>
              <a:rPr lang="en" sz="1200">
                <a:solidFill>
                  <a:srgbClr val="895270"/>
                </a:solidFill>
                <a:latin typeface="IBM Plex Mono"/>
                <a:ea typeface="IBM Plex Mono"/>
                <a:cs typeface="IBM Plex Mono"/>
                <a:sym typeface="IBM Plex Mono"/>
              </a:rPr>
              <a:t>ontext window</a:t>
            </a:r>
            <a:endParaRPr sz="1200">
              <a:solidFill>
                <a:srgbClr val="89527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066" name="Google Shape;2066;p183"/>
          <p:cNvSpPr txBox="1"/>
          <p:nvPr>
            <p:ph type="title"/>
          </p:nvPr>
        </p:nvSpPr>
        <p:spPr>
          <a:xfrm>
            <a:off x="311700" y="286263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Subagents</a:t>
            </a:r>
            <a:endParaRPr/>
          </a:p>
        </p:txBody>
      </p:sp>
      <p:sp>
        <p:nvSpPr>
          <p:cNvPr id="2067" name="Google Shape;2067;p183"/>
          <p:cNvSpPr/>
          <p:nvPr/>
        </p:nvSpPr>
        <p:spPr>
          <a:xfrm>
            <a:off x="3725750" y="1539130"/>
            <a:ext cx="1692600" cy="732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89527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9527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1" name="Shape 2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2" name="Google Shape;2072;p184"/>
          <p:cNvSpPr/>
          <p:nvPr/>
        </p:nvSpPr>
        <p:spPr>
          <a:xfrm>
            <a:off x="3628951" y="621688"/>
            <a:ext cx="1886100" cy="489000"/>
          </a:xfrm>
          <a:prstGeom prst="roundRect">
            <a:avLst>
              <a:gd fmla="val 16667" name="adj"/>
            </a:avLst>
          </a:prstGeom>
          <a:solidFill>
            <a:srgbClr val="80C7FF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5">
                <a:latin typeface="IBM Plex Mono"/>
                <a:ea typeface="IBM Plex Mono"/>
                <a:cs typeface="IBM Plex Mono"/>
                <a:sym typeface="IBM Plex Mono"/>
              </a:rPr>
              <a:t>input</a:t>
            </a:r>
            <a:endParaRPr sz="1635"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2073" name="Google Shape;2073;p184"/>
          <p:cNvCxnSpPr>
            <a:stCxn id="2072" idx="2"/>
          </p:cNvCxnSpPr>
          <p:nvPr/>
        </p:nvCxnSpPr>
        <p:spPr>
          <a:xfrm>
            <a:off x="4572001" y="1110688"/>
            <a:ext cx="0" cy="345900"/>
          </a:xfrm>
          <a:prstGeom prst="straightConnector1">
            <a:avLst/>
          </a:prstGeom>
          <a:noFill/>
          <a:ln cap="flat" cmpd="sng" w="22250">
            <a:solidFill>
              <a:srgbClr val="CDE8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74" name="Google Shape;2074;p184"/>
          <p:cNvCxnSpPr/>
          <p:nvPr/>
        </p:nvCxnSpPr>
        <p:spPr>
          <a:xfrm flipH="1">
            <a:off x="3628950" y="2350770"/>
            <a:ext cx="534600" cy="494100"/>
          </a:xfrm>
          <a:prstGeom prst="straightConnector1">
            <a:avLst/>
          </a:prstGeom>
          <a:noFill/>
          <a:ln cap="flat" cmpd="sng" w="22250">
            <a:solidFill>
              <a:srgbClr val="CDE8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75" name="Google Shape;2075;p184"/>
          <p:cNvSpPr/>
          <p:nvPr/>
        </p:nvSpPr>
        <p:spPr>
          <a:xfrm>
            <a:off x="3060250" y="3031210"/>
            <a:ext cx="1203900" cy="443100"/>
          </a:xfrm>
          <a:prstGeom prst="roundRect">
            <a:avLst>
              <a:gd fmla="val 16667" name="adj"/>
            </a:avLst>
          </a:prstGeom>
          <a:solidFill>
            <a:srgbClr val="FBB0A5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35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subagent</a:t>
            </a:r>
            <a:endParaRPr sz="1535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2076" name="Google Shape;2076;p184"/>
          <p:cNvCxnSpPr/>
          <p:nvPr/>
        </p:nvCxnSpPr>
        <p:spPr>
          <a:xfrm>
            <a:off x="5013150" y="2359170"/>
            <a:ext cx="501900" cy="485700"/>
          </a:xfrm>
          <a:prstGeom prst="straightConnector1">
            <a:avLst/>
          </a:prstGeom>
          <a:noFill/>
          <a:ln cap="flat" cmpd="sng" w="22250">
            <a:solidFill>
              <a:srgbClr val="CDE8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77" name="Google Shape;2077;p184"/>
          <p:cNvSpPr/>
          <p:nvPr/>
        </p:nvSpPr>
        <p:spPr>
          <a:xfrm>
            <a:off x="4905075" y="3039610"/>
            <a:ext cx="1203900" cy="443100"/>
          </a:xfrm>
          <a:prstGeom prst="roundRect">
            <a:avLst>
              <a:gd fmla="val 16667" name="adj"/>
            </a:avLst>
          </a:prstGeom>
          <a:solidFill>
            <a:srgbClr val="FBB0A5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35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subagent</a:t>
            </a:r>
            <a:endParaRPr sz="1535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078" name="Google Shape;2078;p184"/>
          <p:cNvSpPr txBox="1"/>
          <p:nvPr>
            <p:ph type="title"/>
          </p:nvPr>
        </p:nvSpPr>
        <p:spPr>
          <a:xfrm>
            <a:off x="311700" y="286263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Subagents</a:t>
            </a:r>
            <a:endParaRPr/>
          </a:p>
        </p:txBody>
      </p:sp>
      <p:sp>
        <p:nvSpPr>
          <p:cNvPr id="2079" name="Google Shape;2079;p184"/>
          <p:cNvSpPr/>
          <p:nvPr/>
        </p:nvSpPr>
        <p:spPr>
          <a:xfrm>
            <a:off x="3848601" y="1660916"/>
            <a:ext cx="1446900" cy="489000"/>
          </a:xfrm>
          <a:prstGeom prst="roundRect">
            <a:avLst>
              <a:gd fmla="val 16667" name="adj"/>
            </a:avLst>
          </a:prstGeom>
          <a:solidFill>
            <a:srgbClr val="895270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5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model</a:t>
            </a:r>
            <a:endParaRPr sz="1635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080" name="Google Shape;2080;p184"/>
          <p:cNvSpPr txBox="1"/>
          <p:nvPr/>
        </p:nvSpPr>
        <p:spPr>
          <a:xfrm>
            <a:off x="5515050" y="1641705"/>
            <a:ext cx="875700" cy="5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895270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context window</a:t>
            </a:r>
            <a:endParaRPr sz="1200">
              <a:solidFill>
                <a:srgbClr val="89527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081" name="Google Shape;2081;p184"/>
          <p:cNvSpPr/>
          <p:nvPr/>
        </p:nvSpPr>
        <p:spPr>
          <a:xfrm>
            <a:off x="3725750" y="1539130"/>
            <a:ext cx="1692600" cy="732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89527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9527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5" name="Shape 2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6" name="Google Shape;2086;p185"/>
          <p:cNvSpPr txBox="1"/>
          <p:nvPr/>
        </p:nvSpPr>
        <p:spPr>
          <a:xfrm>
            <a:off x="6331811" y="2873375"/>
            <a:ext cx="1044000" cy="6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BB0A5"/>
                </a:solidFill>
                <a:latin typeface="IBM Plex Mono"/>
                <a:ea typeface="IBM Plex Mono"/>
                <a:cs typeface="IBM Plex Mono"/>
                <a:sym typeface="IBM Plex Mono"/>
              </a:rPr>
              <a:t>separate context window</a:t>
            </a:r>
            <a:endParaRPr sz="1200">
              <a:solidFill>
                <a:srgbClr val="FBB0A5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087" name="Google Shape;2087;p185"/>
          <p:cNvSpPr txBox="1"/>
          <p:nvPr>
            <p:ph type="title"/>
          </p:nvPr>
        </p:nvSpPr>
        <p:spPr>
          <a:xfrm>
            <a:off x="311700" y="286263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Subagents</a:t>
            </a:r>
            <a:endParaRPr/>
          </a:p>
        </p:txBody>
      </p:sp>
      <p:sp>
        <p:nvSpPr>
          <p:cNvPr id="2088" name="Google Shape;2088;p185"/>
          <p:cNvSpPr/>
          <p:nvPr/>
        </p:nvSpPr>
        <p:spPr>
          <a:xfrm>
            <a:off x="3628951" y="621688"/>
            <a:ext cx="1886100" cy="489000"/>
          </a:xfrm>
          <a:prstGeom prst="roundRect">
            <a:avLst>
              <a:gd fmla="val 16667" name="adj"/>
            </a:avLst>
          </a:prstGeom>
          <a:solidFill>
            <a:srgbClr val="80C7FF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5">
                <a:latin typeface="IBM Plex Mono"/>
                <a:ea typeface="IBM Plex Mono"/>
                <a:cs typeface="IBM Plex Mono"/>
                <a:sym typeface="IBM Plex Mono"/>
              </a:rPr>
              <a:t>input</a:t>
            </a:r>
            <a:endParaRPr sz="1635"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2089" name="Google Shape;2089;p185"/>
          <p:cNvCxnSpPr>
            <a:stCxn id="2088" idx="2"/>
          </p:cNvCxnSpPr>
          <p:nvPr/>
        </p:nvCxnSpPr>
        <p:spPr>
          <a:xfrm>
            <a:off x="4572001" y="1110688"/>
            <a:ext cx="0" cy="345900"/>
          </a:xfrm>
          <a:prstGeom prst="straightConnector1">
            <a:avLst/>
          </a:prstGeom>
          <a:noFill/>
          <a:ln cap="flat" cmpd="sng" w="22250">
            <a:solidFill>
              <a:srgbClr val="CDE8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90" name="Google Shape;2090;p185"/>
          <p:cNvCxnSpPr/>
          <p:nvPr/>
        </p:nvCxnSpPr>
        <p:spPr>
          <a:xfrm flipH="1">
            <a:off x="3628950" y="2350770"/>
            <a:ext cx="534600" cy="494100"/>
          </a:xfrm>
          <a:prstGeom prst="straightConnector1">
            <a:avLst/>
          </a:prstGeom>
          <a:noFill/>
          <a:ln cap="flat" cmpd="sng" w="22250">
            <a:solidFill>
              <a:srgbClr val="CDE8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91" name="Google Shape;2091;p185"/>
          <p:cNvCxnSpPr/>
          <p:nvPr/>
        </p:nvCxnSpPr>
        <p:spPr>
          <a:xfrm>
            <a:off x="5013150" y="2359170"/>
            <a:ext cx="501900" cy="485700"/>
          </a:xfrm>
          <a:prstGeom prst="straightConnector1">
            <a:avLst/>
          </a:prstGeom>
          <a:noFill/>
          <a:ln cap="flat" cmpd="sng" w="22250">
            <a:solidFill>
              <a:srgbClr val="CDE8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92" name="Google Shape;2092;p185"/>
          <p:cNvSpPr/>
          <p:nvPr/>
        </p:nvSpPr>
        <p:spPr>
          <a:xfrm>
            <a:off x="3848601" y="1660916"/>
            <a:ext cx="1446900" cy="489000"/>
          </a:xfrm>
          <a:prstGeom prst="roundRect">
            <a:avLst>
              <a:gd fmla="val 16667" name="adj"/>
            </a:avLst>
          </a:prstGeom>
          <a:solidFill>
            <a:srgbClr val="895270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5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model</a:t>
            </a:r>
            <a:endParaRPr sz="1635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093" name="Google Shape;2093;p185"/>
          <p:cNvSpPr txBox="1"/>
          <p:nvPr/>
        </p:nvSpPr>
        <p:spPr>
          <a:xfrm>
            <a:off x="5515050" y="1641705"/>
            <a:ext cx="875700" cy="5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895270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context window</a:t>
            </a:r>
            <a:endParaRPr sz="1200">
              <a:solidFill>
                <a:srgbClr val="89527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094" name="Google Shape;2094;p185"/>
          <p:cNvSpPr/>
          <p:nvPr/>
        </p:nvSpPr>
        <p:spPr>
          <a:xfrm>
            <a:off x="3725750" y="1539130"/>
            <a:ext cx="1692600" cy="732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89527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9527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095" name="Google Shape;2095;p185"/>
          <p:cNvSpPr/>
          <p:nvPr/>
        </p:nvSpPr>
        <p:spPr>
          <a:xfrm>
            <a:off x="2938750" y="2932345"/>
            <a:ext cx="1446900" cy="624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BB0A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096" name="Google Shape;2096;p185"/>
          <p:cNvSpPr/>
          <p:nvPr/>
        </p:nvSpPr>
        <p:spPr>
          <a:xfrm>
            <a:off x="4783575" y="2932320"/>
            <a:ext cx="1446900" cy="624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BB0A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097" name="Google Shape;2097;p185"/>
          <p:cNvSpPr/>
          <p:nvPr/>
        </p:nvSpPr>
        <p:spPr>
          <a:xfrm>
            <a:off x="3060250" y="3031210"/>
            <a:ext cx="1203900" cy="443100"/>
          </a:xfrm>
          <a:prstGeom prst="roundRect">
            <a:avLst>
              <a:gd fmla="val 16667" name="adj"/>
            </a:avLst>
          </a:prstGeom>
          <a:solidFill>
            <a:srgbClr val="FBB0A5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35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subagent</a:t>
            </a:r>
            <a:endParaRPr sz="1535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098" name="Google Shape;2098;p185"/>
          <p:cNvSpPr/>
          <p:nvPr/>
        </p:nvSpPr>
        <p:spPr>
          <a:xfrm>
            <a:off x="4905075" y="3039610"/>
            <a:ext cx="1203900" cy="443100"/>
          </a:xfrm>
          <a:prstGeom prst="roundRect">
            <a:avLst>
              <a:gd fmla="val 16667" name="adj"/>
            </a:avLst>
          </a:prstGeom>
          <a:solidFill>
            <a:srgbClr val="FBB0A5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35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subagent</a:t>
            </a:r>
            <a:endParaRPr sz="1535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2" name="Shape 2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3" name="Google Shape;2103;p186"/>
          <p:cNvSpPr/>
          <p:nvPr/>
        </p:nvSpPr>
        <p:spPr>
          <a:xfrm>
            <a:off x="2938750" y="2932345"/>
            <a:ext cx="1446900" cy="624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BB0A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104" name="Google Shape;2104;p186"/>
          <p:cNvSpPr/>
          <p:nvPr/>
        </p:nvSpPr>
        <p:spPr>
          <a:xfrm>
            <a:off x="4783575" y="2932320"/>
            <a:ext cx="1446900" cy="624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BB0A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105" name="Google Shape;2105;p186"/>
          <p:cNvSpPr/>
          <p:nvPr/>
        </p:nvSpPr>
        <p:spPr>
          <a:xfrm>
            <a:off x="3725750" y="1539130"/>
            <a:ext cx="1692600" cy="732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89527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106" name="Google Shape;2106;p186"/>
          <p:cNvSpPr/>
          <p:nvPr/>
        </p:nvSpPr>
        <p:spPr>
          <a:xfrm>
            <a:off x="3060250" y="3031210"/>
            <a:ext cx="1203900" cy="443100"/>
          </a:xfrm>
          <a:prstGeom prst="roundRect">
            <a:avLst>
              <a:gd fmla="val 16667" name="adj"/>
            </a:avLst>
          </a:prstGeom>
          <a:solidFill>
            <a:srgbClr val="FBB0A5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35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subagent</a:t>
            </a:r>
            <a:endParaRPr sz="1535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107" name="Google Shape;2107;p186"/>
          <p:cNvSpPr/>
          <p:nvPr/>
        </p:nvSpPr>
        <p:spPr>
          <a:xfrm>
            <a:off x="4905075" y="3039610"/>
            <a:ext cx="1203900" cy="443100"/>
          </a:xfrm>
          <a:prstGeom prst="roundRect">
            <a:avLst>
              <a:gd fmla="val 16667" name="adj"/>
            </a:avLst>
          </a:prstGeom>
          <a:solidFill>
            <a:srgbClr val="FBB0A5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35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subagent</a:t>
            </a:r>
            <a:endParaRPr sz="1535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108" name="Google Shape;2108;p186"/>
          <p:cNvSpPr txBox="1"/>
          <p:nvPr/>
        </p:nvSpPr>
        <p:spPr>
          <a:xfrm>
            <a:off x="6331811" y="2873375"/>
            <a:ext cx="1044000" cy="6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BB0A5"/>
                </a:solidFill>
                <a:latin typeface="IBM Plex Mono"/>
                <a:ea typeface="IBM Plex Mono"/>
                <a:cs typeface="IBM Plex Mono"/>
                <a:sym typeface="IBM Plex Mono"/>
              </a:rPr>
              <a:t>separate context window</a:t>
            </a:r>
            <a:endParaRPr sz="1200">
              <a:solidFill>
                <a:srgbClr val="FBB0A5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109" name="Google Shape;2109;p186"/>
          <p:cNvSpPr txBox="1"/>
          <p:nvPr>
            <p:ph type="title"/>
          </p:nvPr>
        </p:nvSpPr>
        <p:spPr>
          <a:xfrm>
            <a:off x="311700" y="286263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Subagents</a:t>
            </a:r>
            <a:endParaRPr/>
          </a:p>
        </p:txBody>
      </p:sp>
      <p:sp>
        <p:nvSpPr>
          <p:cNvPr id="2110" name="Google Shape;2110;p186"/>
          <p:cNvSpPr/>
          <p:nvPr/>
        </p:nvSpPr>
        <p:spPr>
          <a:xfrm>
            <a:off x="3628951" y="621688"/>
            <a:ext cx="1886100" cy="489000"/>
          </a:xfrm>
          <a:prstGeom prst="roundRect">
            <a:avLst>
              <a:gd fmla="val 16667" name="adj"/>
            </a:avLst>
          </a:prstGeom>
          <a:solidFill>
            <a:srgbClr val="80C7FF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5">
                <a:latin typeface="IBM Plex Mono"/>
                <a:ea typeface="IBM Plex Mono"/>
                <a:cs typeface="IBM Plex Mono"/>
                <a:sym typeface="IBM Plex Mono"/>
              </a:rPr>
              <a:t>input</a:t>
            </a:r>
            <a:endParaRPr sz="1635"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2111" name="Google Shape;2111;p186"/>
          <p:cNvCxnSpPr>
            <a:stCxn id="2110" idx="2"/>
          </p:cNvCxnSpPr>
          <p:nvPr/>
        </p:nvCxnSpPr>
        <p:spPr>
          <a:xfrm>
            <a:off x="4572001" y="1110688"/>
            <a:ext cx="0" cy="345900"/>
          </a:xfrm>
          <a:prstGeom prst="straightConnector1">
            <a:avLst/>
          </a:prstGeom>
          <a:noFill/>
          <a:ln cap="flat" cmpd="sng" w="22250">
            <a:solidFill>
              <a:srgbClr val="CDE8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12" name="Google Shape;2112;p186"/>
          <p:cNvCxnSpPr/>
          <p:nvPr/>
        </p:nvCxnSpPr>
        <p:spPr>
          <a:xfrm flipH="1">
            <a:off x="3628950" y="2350770"/>
            <a:ext cx="534600" cy="494100"/>
          </a:xfrm>
          <a:prstGeom prst="straightConnector1">
            <a:avLst/>
          </a:prstGeom>
          <a:noFill/>
          <a:ln cap="flat" cmpd="sng" w="22250">
            <a:solidFill>
              <a:srgbClr val="CDE8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13" name="Google Shape;2113;p186"/>
          <p:cNvCxnSpPr/>
          <p:nvPr/>
        </p:nvCxnSpPr>
        <p:spPr>
          <a:xfrm>
            <a:off x="5013150" y="2359170"/>
            <a:ext cx="501900" cy="485700"/>
          </a:xfrm>
          <a:prstGeom prst="straightConnector1">
            <a:avLst/>
          </a:prstGeom>
          <a:noFill/>
          <a:ln cap="flat" cmpd="sng" w="22250">
            <a:solidFill>
              <a:srgbClr val="CDE8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14" name="Google Shape;2114;p186"/>
          <p:cNvSpPr/>
          <p:nvPr/>
        </p:nvSpPr>
        <p:spPr>
          <a:xfrm>
            <a:off x="3848601" y="1660916"/>
            <a:ext cx="1446900" cy="489000"/>
          </a:xfrm>
          <a:prstGeom prst="roundRect">
            <a:avLst>
              <a:gd fmla="val 16667" name="adj"/>
            </a:avLst>
          </a:prstGeom>
          <a:solidFill>
            <a:srgbClr val="895270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5">
                <a:solidFill>
                  <a:srgbClr val="FBFBFB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model</a:t>
            </a:r>
            <a:endParaRPr sz="1635">
              <a:solidFill>
                <a:srgbClr val="FBFBFB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115" name="Google Shape;2115;p186"/>
          <p:cNvSpPr txBox="1"/>
          <p:nvPr/>
        </p:nvSpPr>
        <p:spPr>
          <a:xfrm>
            <a:off x="5515050" y="1641705"/>
            <a:ext cx="875700" cy="5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895270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context window</a:t>
            </a:r>
            <a:endParaRPr sz="1200">
              <a:solidFill>
                <a:srgbClr val="89527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116" name="Google Shape;2116;p186"/>
          <p:cNvSpPr txBox="1"/>
          <p:nvPr/>
        </p:nvSpPr>
        <p:spPr>
          <a:xfrm>
            <a:off x="7106375" y="3043750"/>
            <a:ext cx="4548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BB0A5"/>
              </a:buClr>
              <a:buSzPts val="1200"/>
              <a:buFont typeface="IBM Plex Mono"/>
              <a:buChar char="+"/>
            </a:pPr>
            <a:r>
              <a:t/>
            </a:r>
            <a:endParaRPr sz="1200">
              <a:solidFill>
                <a:srgbClr val="9786FE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117" name="Google Shape;2117;p186"/>
          <p:cNvSpPr txBox="1"/>
          <p:nvPr/>
        </p:nvSpPr>
        <p:spPr>
          <a:xfrm>
            <a:off x="7594721" y="2938835"/>
            <a:ext cx="976800" cy="5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BB0A5"/>
                </a:solidFill>
                <a:latin typeface="IBM Plex Mono"/>
                <a:ea typeface="IBM Plex Mono"/>
                <a:cs typeface="IBM Plex Mono"/>
                <a:sym typeface="IBM Plex Mono"/>
              </a:rPr>
              <a:t>separate tools</a:t>
            </a:r>
            <a:endParaRPr sz="1200">
              <a:solidFill>
                <a:srgbClr val="FBB0A5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1" name="Shape 2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2" name="Google Shape;2122;p187"/>
          <p:cNvSpPr/>
          <p:nvPr/>
        </p:nvSpPr>
        <p:spPr>
          <a:xfrm>
            <a:off x="3628951" y="621688"/>
            <a:ext cx="1886100" cy="489000"/>
          </a:xfrm>
          <a:prstGeom prst="roundRect">
            <a:avLst>
              <a:gd fmla="val 16667" name="adj"/>
            </a:avLst>
          </a:prstGeom>
          <a:solidFill>
            <a:srgbClr val="80C7FF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5">
                <a:latin typeface="IBM Plex Mono"/>
                <a:ea typeface="IBM Plex Mono"/>
                <a:cs typeface="IBM Plex Mono"/>
                <a:sym typeface="IBM Plex Mono"/>
              </a:rPr>
              <a:t>input</a:t>
            </a:r>
            <a:endParaRPr sz="1635"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123" name="Google Shape;2123;p187"/>
          <p:cNvSpPr/>
          <p:nvPr/>
        </p:nvSpPr>
        <p:spPr>
          <a:xfrm>
            <a:off x="3848551" y="1490428"/>
            <a:ext cx="1446900" cy="489000"/>
          </a:xfrm>
          <a:prstGeom prst="roundRect">
            <a:avLst>
              <a:gd fmla="val 16667" name="adj"/>
            </a:avLst>
          </a:prstGeom>
          <a:solidFill>
            <a:srgbClr val="895270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5">
                <a:solidFill>
                  <a:srgbClr val="FBFBFB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model</a:t>
            </a:r>
            <a:endParaRPr sz="1635">
              <a:solidFill>
                <a:srgbClr val="FBFBFB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2124" name="Google Shape;2124;p187"/>
          <p:cNvCxnSpPr>
            <a:stCxn id="2122" idx="2"/>
          </p:cNvCxnSpPr>
          <p:nvPr/>
        </p:nvCxnSpPr>
        <p:spPr>
          <a:xfrm>
            <a:off x="4572001" y="1110688"/>
            <a:ext cx="0" cy="345900"/>
          </a:xfrm>
          <a:prstGeom prst="straightConnector1">
            <a:avLst/>
          </a:prstGeom>
          <a:noFill/>
          <a:ln cap="flat" cmpd="sng" w="22250">
            <a:solidFill>
              <a:srgbClr val="CDE8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25" name="Google Shape;2125;p187"/>
          <p:cNvCxnSpPr/>
          <p:nvPr/>
        </p:nvCxnSpPr>
        <p:spPr>
          <a:xfrm flipH="1">
            <a:off x="3628950" y="1979420"/>
            <a:ext cx="534600" cy="494100"/>
          </a:xfrm>
          <a:prstGeom prst="straightConnector1">
            <a:avLst/>
          </a:prstGeom>
          <a:noFill/>
          <a:ln cap="flat" cmpd="sng" w="22250">
            <a:solidFill>
              <a:srgbClr val="CDE8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26" name="Google Shape;2126;p187"/>
          <p:cNvSpPr/>
          <p:nvPr/>
        </p:nvSpPr>
        <p:spPr>
          <a:xfrm>
            <a:off x="3047638" y="2473535"/>
            <a:ext cx="1203900" cy="443100"/>
          </a:xfrm>
          <a:prstGeom prst="roundRect">
            <a:avLst>
              <a:gd fmla="val 16667" name="adj"/>
            </a:avLst>
          </a:prstGeom>
          <a:solidFill>
            <a:srgbClr val="FBB0A5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35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subagent</a:t>
            </a:r>
            <a:endParaRPr sz="1535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2127" name="Google Shape;2127;p187"/>
          <p:cNvCxnSpPr/>
          <p:nvPr/>
        </p:nvCxnSpPr>
        <p:spPr>
          <a:xfrm>
            <a:off x="5013150" y="1987820"/>
            <a:ext cx="501900" cy="485700"/>
          </a:xfrm>
          <a:prstGeom prst="straightConnector1">
            <a:avLst/>
          </a:prstGeom>
          <a:noFill/>
          <a:ln cap="flat" cmpd="sng" w="22250">
            <a:solidFill>
              <a:srgbClr val="CDE8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28" name="Google Shape;2128;p187"/>
          <p:cNvSpPr/>
          <p:nvPr/>
        </p:nvSpPr>
        <p:spPr>
          <a:xfrm>
            <a:off x="4892463" y="2481935"/>
            <a:ext cx="1203900" cy="443100"/>
          </a:xfrm>
          <a:prstGeom prst="roundRect">
            <a:avLst>
              <a:gd fmla="val 16667" name="adj"/>
            </a:avLst>
          </a:prstGeom>
          <a:solidFill>
            <a:srgbClr val="FBB0A5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35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subagent</a:t>
            </a:r>
            <a:endParaRPr sz="1535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129" name="Google Shape;2129;p187"/>
          <p:cNvSpPr txBox="1"/>
          <p:nvPr>
            <p:ph type="title"/>
          </p:nvPr>
        </p:nvSpPr>
        <p:spPr>
          <a:xfrm>
            <a:off x="311700" y="286263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Subagents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3" name="Shape 2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4" name="Google Shape;2134;p188"/>
          <p:cNvSpPr/>
          <p:nvPr/>
        </p:nvSpPr>
        <p:spPr>
          <a:xfrm>
            <a:off x="3628951" y="621688"/>
            <a:ext cx="1886100" cy="489000"/>
          </a:xfrm>
          <a:prstGeom prst="roundRect">
            <a:avLst>
              <a:gd fmla="val 16667" name="adj"/>
            </a:avLst>
          </a:prstGeom>
          <a:solidFill>
            <a:srgbClr val="0D1322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5">
                <a:latin typeface="IBM Plex Mono"/>
                <a:ea typeface="IBM Plex Mono"/>
                <a:cs typeface="IBM Plex Mono"/>
                <a:sym typeface="IBM Plex Mono"/>
              </a:rPr>
              <a:t>input</a:t>
            </a:r>
            <a:endParaRPr sz="1635"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135" name="Google Shape;2135;p188"/>
          <p:cNvSpPr/>
          <p:nvPr/>
        </p:nvSpPr>
        <p:spPr>
          <a:xfrm>
            <a:off x="3848551" y="1490428"/>
            <a:ext cx="1446900" cy="489000"/>
          </a:xfrm>
          <a:prstGeom prst="roundRect">
            <a:avLst>
              <a:gd fmla="val 16667" name="adj"/>
            </a:avLst>
          </a:prstGeom>
          <a:solidFill>
            <a:srgbClr val="0D1322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5">
                <a:latin typeface="IBM Plex Mono"/>
                <a:ea typeface="IBM Plex Mono"/>
                <a:cs typeface="IBM Plex Mono"/>
                <a:sym typeface="IBM Plex Mono"/>
              </a:rPr>
              <a:t>model</a:t>
            </a:r>
            <a:endParaRPr sz="1635"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2136" name="Google Shape;2136;p188"/>
          <p:cNvCxnSpPr>
            <a:stCxn id="2134" idx="2"/>
          </p:cNvCxnSpPr>
          <p:nvPr/>
        </p:nvCxnSpPr>
        <p:spPr>
          <a:xfrm>
            <a:off x="4572001" y="1110688"/>
            <a:ext cx="0" cy="345900"/>
          </a:xfrm>
          <a:prstGeom prst="straightConnector1">
            <a:avLst/>
          </a:prstGeom>
          <a:noFill/>
          <a:ln cap="flat" cmpd="sng" w="22250">
            <a:solidFill>
              <a:srgbClr val="0D13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37" name="Google Shape;2137;p188"/>
          <p:cNvCxnSpPr/>
          <p:nvPr/>
        </p:nvCxnSpPr>
        <p:spPr>
          <a:xfrm flipH="1">
            <a:off x="3628950" y="1979420"/>
            <a:ext cx="534600" cy="494100"/>
          </a:xfrm>
          <a:prstGeom prst="straightConnector1">
            <a:avLst/>
          </a:prstGeom>
          <a:noFill/>
          <a:ln cap="flat" cmpd="sng" w="22250">
            <a:solidFill>
              <a:srgbClr val="0D132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38" name="Google Shape;2138;p188"/>
          <p:cNvSpPr/>
          <p:nvPr/>
        </p:nvSpPr>
        <p:spPr>
          <a:xfrm>
            <a:off x="3047638" y="2473535"/>
            <a:ext cx="1203900" cy="443100"/>
          </a:xfrm>
          <a:prstGeom prst="roundRect">
            <a:avLst>
              <a:gd fmla="val 16667" name="adj"/>
            </a:avLst>
          </a:prstGeom>
          <a:solidFill>
            <a:srgbClr val="FBB0A5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35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subagent</a:t>
            </a:r>
            <a:endParaRPr sz="1535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2139" name="Google Shape;2139;p188"/>
          <p:cNvCxnSpPr/>
          <p:nvPr/>
        </p:nvCxnSpPr>
        <p:spPr>
          <a:xfrm>
            <a:off x="5013150" y="1987820"/>
            <a:ext cx="501900" cy="485700"/>
          </a:xfrm>
          <a:prstGeom prst="straightConnector1">
            <a:avLst/>
          </a:prstGeom>
          <a:noFill/>
          <a:ln cap="flat" cmpd="sng" w="22250">
            <a:solidFill>
              <a:srgbClr val="0D132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40" name="Google Shape;2140;p188"/>
          <p:cNvSpPr/>
          <p:nvPr/>
        </p:nvSpPr>
        <p:spPr>
          <a:xfrm>
            <a:off x="4892463" y="2481935"/>
            <a:ext cx="1203900" cy="443100"/>
          </a:xfrm>
          <a:prstGeom prst="roundRect">
            <a:avLst>
              <a:gd fmla="val 16667" name="adj"/>
            </a:avLst>
          </a:prstGeom>
          <a:solidFill>
            <a:srgbClr val="FBB0A5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35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subagent</a:t>
            </a:r>
            <a:endParaRPr sz="1535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141" name="Google Shape;2141;p188"/>
          <p:cNvSpPr txBox="1"/>
          <p:nvPr>
            <p:ph type="title"/>
          </p:nvPr>
        </p:nvSpPr>
        <p:spPr>
          <a:xfrm>
            <a:off x="311700" y="286263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Subagents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5" name="Shape 2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6" name="Google Shape;2146;p189"/>
          <p:cNvSpPr/>
          <p:nvPr/>
        </p:nvSpPr>
        <p:spPr>
          <a:xfrm>
            <a:off x="3628951" y="621688"/>
            <a:ext cx="1886100" cy="489000"/>
          </a:xfrm>
          <a:prstGeom prst="roundRect">
            <a:avLst>
              <a:gd fmla="val 16667" name="adj"/>
            </a:avLst>
          </a:prstGeom>
          <a:solidFill>
            <a:srgbClr val="0D1322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5">
                <a:latin typeface="IBM Plex Mono"/>
                <a:ea typeface="IBM Plex Mono"/>
                <a:cs typeface="IBM Plex Mono"/>
                <a:sym typeface="IBM Plex Mono"/>
              </a:rPr>
              <a:t>input</a:t>
            </a:r>
            <a:endParaRPr sz="1635"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147" name="Google Shape;2147;p189"/>
          <p:cNvSpPr/>
          <p:nvPr/>
        </p:nvSpPr>
        <p:spPr>
          <a:xfrm>
            <a:off x="3848551" y="1490428"/>
            <a:ext cx="1446900" cy="489000"/>
          </a:xfrm>
          <a:prstGeom prst="roundRect">
            <a:avLst>
              <a:gd fmla="val 16667" name="adj"/>
            </a:avLst>
          </a:prstGeom>
          <a:solidFill>
            <a:srgbClr val="0D1322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5">
                <a:latin typeface="IBM Plex Mono"/>
                <a:ea typeface="IBM Plex Mono"/>
                <a:cs typeface="IBM Plex Mono"/>
                <a:sym typeface="IBM Plex Mono"/>
              </a:rPr>
              <a:t>model</a:t>
            </a:r>
            <a:endParaRPr sz="1635"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2148" name="Google Shape;2148;p189"/>
          <p:cNvCxnSpPr>
            <a:stCxn id="2146" idx="2"/>
          </p:cNvCxnSpPr>
          <p:nvPr/>
        </p:nvCxnSpPr>
        <p:spPr>
          <a:xfrm>
            <a:off x="4572001" y="1110688"/>
            <a:ext cx="0" cy="345900"/>
          </a:xfrm>
          <a:prstGeom prst="straightConnector1">
            <a:avLst/>
          </a:prstGeom>
          <a:noFill/>
          <a:ln cap="flat" cmpd="sng" w="22250">
            <a:solidFill>
              <a:srgbClr val="0D13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49" name="Google Shape;2149;p189"/>
          <p:cNvCxnSpPr/>
          <p:nvPr/>
        </p:nvCxnSpPr>
        <p:spPr>
          <a:xfrm flipH="1">
            <a:off x="3628950" y="1979420"/>
            <a:ext cx="534600" cy="494100"/>
          </a:xfrm>
          <a:prstGeom prst="straightConnector1">
            <a:avLst/>
          </a:prstGeom>
          <a:noFill/>
          <a:ln cap="flat" cmpd="sng" w="22250">
            <a:solidFill>
              <a:srgbClr val="0D132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50" name="Google Shape;2150;p189"/>
          <p:cNvSpPr/>
          <p:nvPr/>
        </p:nvSpPr>
        <p:spPr>
          <a:xfrm>
            <a:off x="2655275" y="2473525"/>
            <a:ext cx="1508400" cy="443100"/>
          </a:xfrm>
          <a:prstGeom prst="roundRect">
            <a:avLst>
              <a:gd fmla="val 16667" name="adj"/>
            </a:avLst>
          </a:prstGeom>
          <a:solidFill>
            <a:srgbClr val="FBB0A5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35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S</a:t>
            </a:r>
            <a:r>
              <a:rPr lang="en" sz="1535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ubagent A</a:t>
            </a:r>
            <a:endParaRPr sz="1535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2151" name="Google Shape;2151;p189"/>
          <p:cNvCxnSpPr/>
          <p:nvPr/>
        </p:nvCxnSpPr>
        <p:spPr>
          <a:xfrm>
            <a:off x="5013150" y="1987820"/>
            <a:ext cx="501900" cy="485700"/>
          </a:xfrm>
          <a:prstGeom prst="straightConnector1">
            <a:avLst/>
          </a:prstGeom>
          <a:noFill/>
          <a:ln cap="flat" cmpd="sng" w="22250">
            <a:solidFill>
              <a:srgbClr val="0D132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52" name="Google Shape;2152;p189"/>
          <p:cNvSpPr txBox="1"/>
          <p:nvPr>
            <p:ph type="title"/>
          </p:nvPr>
        </p:nvSpPr>
        <p:spPr>
          <a:xfrm>
            <a:off x="311700" y="286263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Subagents</a:t>
            </a:r>
            <a:endParaRPr/>
          </a:p>
        </p:txBody>
      </p:sp>
      <p:sp>
        <p:nvSpPr>
          <p:cNvPr id="2153" name="Google Shape;2153;p189"/>
          <p:cNvSpPr txBox="1"/>
          <p:nvPr/>
        </p:nvSpPr>
        <p:spPr>
          <a:xfrm>
            <a:off x="6490050" y="2428375"/>
            <a:ext cx="1669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BB0A5"/>
                </a:solidFill>
                <a:latin typeface="IBM Plex Mono"/>
                <a:ea typeface="IBM Plex Mono"/>
                <a:cs typeface="IBM Plex Mono"/>
                <a:sym typeface="IBM Plex Mono"/>
              </a:rPr>
              <a:t>Scrape video information</a:t>
            </a:r>
            <a:endParaRPr sz="1200">
              <a:solidFill>
                <a:srgbClr val="FBB0A5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154" name="Google Shape;2154;p189"/>
          <p:cNvSpPr txBox="1"/>
          <p:nvPr/>
        </p:nvSpPr>
        <p:spPr>
          <a:xfrm>
            <a:off x="1157575" y="2428375"/>
            <a:ext cx="1446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BB0A5"/>
                </a:solidFill>
                <a:latin typeface="IBM Plex Mono"/>
                <a:ea typeface="IBM Plex Mono"/>
                <a:cs typeface="IBM Plex Mono"/>
                <a:sym typeface="IBM Plex Mono"/>
              </a:rPr>
              <a:t>Scrape web for articles</a:t>
            </a:r>
            <a:endParaRPr sz="1200">
              <a:solidFill>
                <a:srgbClr val="FBB0A5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155" name="Google Shape;2155;p189"/>
          <p:cNvSpPr/>
          <p:nvPr/>
        </p:nvSpPr>
        <p:spPr>
          <a:xfrm>
            <a:off x="4920125" y="2481925"/>
            <a:ext cx="1508400" cy="443100"/>
          </a:xfrm>
          <a:prstGeom prst="roundRect">
            <a:avLst>
              <a:gd fmla="val 16667" name="adj"/>
            </a:avLst>
          </a:prstGeom>
          <a:solidFill>
            <a:srgbClr val="FBB0A5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35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Subagent B</a:t>
            </a:r>
            <a:endParaRPr sz="1535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9" name="Shape 2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" name="Google Shape;2160;p190"/>
          <p:cNvSpPr/>
          <p:nvPr/>
        </p:nvSpPr>
        <p:spPr>
          <a:xfrm>
            <a:off x="1771525" y="3115350"/>
            <a:ext cx="877500" cy="420300"/>
          </a:xfrm>
          <a:prstGeom prst="roundRect">
            <a:avLst>
              <a:gd fmla="val 16667" name="adj"/>
            </a:avLst>
          </a:prstGeom>
          <a:solidFill>
            <a:srgbClr val="C5E0F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Mono"/>
                <a:ea typeface="IBM Plex Mono"/>
                <a:cs typeface="IBM Plex Mono"/>
                <a:sym typeface="IBM Plex Mono"/>
              </a:rPr>
              <a:t>tool</a:t>
            </a:r>
            <a:endParaRPr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2161" name="Google Shape;2161;p190"/>
          <p:cNvCxnSpPr>
            <a:stCxn id="2162" idx="1"/>
            <a:endCxn id="2160" idx="0"/>
          </p:cNvCxnSpPr>
          <p:nvPr/>
        </p:nvCxnSpPr>
        <p:spPr>
          <a:xfrm flipH="1">
            <a:off x="2210375" y="2695075"/>
            <a:ext cx="444900" cy="420300"/>
          </a:xfrm>
          <a:prstGeom prst="curvedConnector2">
            <a:avLst/>
          </a:prstGeom>
          <a:noFill/>
          <a:ln cap="flat" cmpd="sng" w="22250">
            <a:solidFill>
              <a:schemeClr val="dk1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2163" name="Google Shape;2163;p190"/>
          <p:cNvSpPr/>
          <p:nvPr/>
        </p:nvSpPr>
        <p:spPr>
          <a:xfrm>
            <a:off x="6428675" y="3115350"/>
            <a:ext cx="877500" cy="420300"/>
          </a:xfrm>
          <a:prstGeom prst="roundRect">
            <a:avLst>
              <a:gd fmla="val 16667" name="adj"/>
            </a:avLst>
          </a:prstGeom>
          <a:solidFill>
            <a:srgbClr val="C5E0F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Mono"/>
                <a:ea typeface="IBM Plex Mono"/>
                <a:cs typeface="IBM Plex Mono"/>
                <a:sym typeface="IBM Plex Mono"/>
              </a:rPr>
              <a:t>tool</a:t>
            </a:r>
            <a:endParaRPr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2164" name="Google Shape;2164;p190"/>
          <p:cNvCxnSpPr>
            <a:stCxn id="2165" idx="3"/>
            <a:endCxn id="2163" idx="0"/>
          </p:cNvCxnSpPr>
          <p:nvPr/>
        </p:nvCxnSpPr>
        <p:spPr>
          <a:xfrm>
            <a:off x="6428525" y="2703475"/>
            <a:ext cx="438900" cy="411900"/>
          </a:xfrm>
          <a:prstGeom prst="curvedConnector2">
            <a:avLst/>
          </a:prstGeom>
          <a:noFill/>
          <a:ln cap="flat" cmpd="sng" w="22250">
            <a:solidFill>
              <a:schemeClr val="dk1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2166" name="Google Shape;2166;p190"/>
          <p:cNvSpPr txBox="1"/>
          <p:nvPr>
            <p:ph type="title"/>
          </p:nvPr>
        </p:nvSpPr>
        <p:spPr>
          <a:xfrm>
            <a:off x="311700" y="286263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Subagents</a:t>
            </a:r>
            <a:endParaRPr/>
          </a:p>
        </p:txBody>
      </p:sp>
      <p:sp>
        <p:nvSpPr>
          <p:cNvPr id="2167" name="Google Shape;2167;p190"/>
          <p:cNvSpPr/>
          <p:nvPr/>
        </p:nvSpPr>
        <p:spPr>
          <a:xfrm>
            <a:off x="3628951" y="621688"/>
            <a:ext cx="1886100" cy="489000"/>
          </a:xfrm>
          <a:prstGeom prst="roundRect">
            <a:avLst>
              <a:gd fmla="val 16667" name="adj"/>
            </a:avLst>
          </a:prstGeom>
          <a:solidFill>
            <a:srgbClr val="0D1322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5">
                <a:latin typeface="IBM Plex Mono"/>
                <a:ea typeface="IBM Plex Mono"/>
                <a:cs typeface="IBM Plex Mono"/>
                <a:sym typeface="IBM Plex Mono"/>
              </a:rPr>
              <a:t>input</a:t>
            </a:r>
            <a:endParaRPr sz="1635"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168" name="Google Shape;2168;p190"/>
          <p:cNvSpPr/>
          <p:nvPr/>
        </p:nvSpPr>
        <p:spPr>
          <a:xfrm>
            <a:off x="3848551" y="1490428"/>
            <a:ext cx="1446900" cy="489000"/>
          </a:xfrm>
          <a:prstGeom prst="roundRect">
            <a:avLst>
              <a:gd fmla="val 16667" name="adj"/>
            </a:avLst>
          </a:prstGeom>
          <a:solidFill>
            <a:srgbClr val="0D1322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5">
                <a:latin typeface="IBM Plex Mono"/>
                <a:ea typeface="IBM Plex Mono"/>
                <a:cs typeface="IBM Plex Mono"/>
                <a:sym typeface="IBM Plex Mono"/>
              </a:rPr>
              <a:t>model</a:t>
            </a:r>
            <a:endParaRPr sz="1635"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2169" name="Google Shape;2169;p190"/>
          <p:cNvCxnSpPr>
            <a:stCxn id="2167" idx="2"/>
          </p:cNvCxnSpPr>
          <p:nvPr/>
        </p:nvCxnSpPr>
        <p:spPr>
          <a:xfrm>
            <a:off x="4572001" y="1110688"/>
            <a:ext cx="0" cy="345900"/>
          </a:xfrm>
          <a:prstGeom prst="straightConnector1">
            <a:avLst/>
          </a:prstGeom>
          <a:noFill/>
          <a:ln cap="flat" cmpd="sng" w="22250">
            <a:solidFill>
              <a:srgbClr val="0D13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70" name="Google Shape;2170;p190"/>
          <p:cNvCxnSpPr/>
          <p:nvPr/>
        </p:nvCxnSpPr>
        <p:spPr>
          <a:xfrm flipH="1">
            <a:off x="3628950" y="1979420"/>
            <a:ext cx="534600" cy="494100"/>
          </a:xfrm>
          <a:prstGeom prst="straightConnector1">
            <a:avLst/>
          </a:prstGeom>
          <a:noFill/>
          <a:ln cap="flat" cmpd="sng" w="22250">
            <a:solidFill>
              <a:srgbClr val="0D13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71" name="Google Shape;2171;p190"/>
          <p:cNvCxnSpPr/>
          <p:nvPr/>
        </p:nvCxnSpPr>
        <p:spPr>
          <a:xfrm>
            <a:off x="5013150" y="1987820"/>
            <a:ext cx="501900" cy="485700"/>
          </a:xfrm>
          <a:prstGeom prst="straightConnector1">
            <a:avLst/>
          </a:prstGeom>
          <a:noFill/>
          <a:ln cap="flat" cmpd="sng" w="22250">
            <a:solidFill>
              <a:srgbClr val="0D132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62" name="Google Shape;2162;p190"/>
          <p:cNvSpPr/>
          <p:nvPr/>
        </p:nvSpPr>
        <p:spPr>
          <a:xfrm>
            <a:off x="2655275" y="2473525"/>
            <a:ext cx="1508400" cy="443100"/>
          </a:xfrm>
          <a:prstGeom prst="roundRect">
            <a:avLst>
              <a:gd fmla="val 16667" name="adj"/>
            </a:avLst>
          </a:prstGeom>
          <a:solidFill>
            <a:srgbClr val="FBB0A5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35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Subagent A</a:t>
            </a:r>
            <a:endParaRPr sz="1535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165" name="Google Shape;2165;p190"/>
          <p:cNvSpPr/>
          <p:nvPr/>
        </p:nvSpPr>
        <p:spPr>
          <a:xfrm>
            <a:off x="4920125" y="2481925"/>
            <a:ext cx="1508400" cy="443100"/>
          </a:xfrm>
          <a:prstGeom prst="roundRect">
            <a:avLst>
              <a:gd fmla="val 16667" name="adj"/>
            </a:avLst>
          </a:prstGeom>
          <a:solidFill>
            <a:srgbClr val="FBB0A5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35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Subagent B</a:t>
            </a:r>
            <a:endParaRPr sz="1535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5" name="Shape 2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6" name="Google Shape;2176;p191"/>
          <p:cNvSpPr/>
          <p:nvPr/>
        </p:nvSpPr>
        <p:spPr>
          <a:xfrm>
            <a:off x="1771525" y="3115350"/>
            <a:ext cx="877500" cy="420300"/>
          </a:xfrm>
          <a:prstGeom prst="roundRect">
            <a:avLst>
              <a:gd fmla="val 16667" name="adj"/>
            </a:avLst>
          </a:prstGeom>
          <a:solidFill>
            <a:srgbClr val="C5E0F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Mono"/>
                <a:ea typeface="IBM Plex Mono"/>
                <a:cs typeface="IBM Plex Mono"/>
                <a:sym typeface="IBM Plex Mono"/>
              </a:rPr>
              <a:t>tool</a:t>
            </a:r>
            <a:endParaRPr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2177" name="Google Shape;2177;p191"/>
          <p:cNvCxnSpPr>
            <a:stCxn id="2178" idx="1"/>
            <a:endCxn id="2176" idx="0"/>
          </p:cNvCxnSpPr>
          <p:nvPr/>
        </p:nvCxnSpPr>
        <p:spPr>
          <a:xfrm flipH="1">
            <a:off x="2210375" y="2695075"/>
            <a:ext cx="444900" cy="420300"/>
          </a:xfrm>
          <a:prstGeom prst="curvedConnector2">
            <a:avLst/>
          </a:prstGeom>
          <a:noFill/>
          <a:ln cap="flat" cmpd="sng" w="22250">
            <a:solidFill>
              <a:schemeClr val="dk1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2179" name="Google Shape;2179;p191"/>
          <p:cNvSpPr/>
          <p:nvPr/>
        </p:nvSpPr>
        <p:spPr>
          <a:xfrm>
            <a:off x="6428675" y="3115350"/>
            <a:ext cx="877500" cy="420300"/>
          </a:xfrm>
          <a:prstGeom prst="roundRect">
            <a:avLst>
              <a:gd fmla="val 16667" name="adj"/>
            </a:avLst>
          </a:prstGeom>
          <a:solidFill>
            <a:srgbClr val="C5E0F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Mono"/>
                <a:ea typeface="IBM Plex Mono"/>
                <a:cs typeface="IBM Plex Mono"/>
                <a:sym typeface="IBM Plex Mono"/>
              </a:rPr>
              <a:t>tool</a:t>
            </a:r>
            <a:endParaRPr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2180" name="Google Shape;2180;p191"/>
          <p:cNvCxnSpPr>
            <a:stCxn id="2181" idx="3"/>
            <a:endCxn id="2179" idx="0"/>
          </p:cNvCxnSpPr>
          <p:nvPr/>
        </p:nvCxnSpPr>
        <p:spPr>
          <a:xfrm>
            <a:off x="6428525" y="2703475"/>
            <a:ext cx="438900" cy="411900"/>
          </a:xfrm>
          <a:prstGeom prst="curvedConnector2">
            <a:avLst/>
          </a:prstGeom>
          <a:noFill/>
          <a:ln cap="flat" cmpd="sng" w="22250">
            <a:solidFill>
              <a:schemeClr val="dk1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2182" name="Google Shape;2182;p191"/>
          <p:cNvSpPr txBox="1"/>
          <p:nvPr>
            <p:ph type="title"/>
          </p:nvPr>
        </p:nvSpPr>
        <p:spPr>
          <a:xfrm>
            <a:off x="311700" y="286263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Subagents</a:t>
            </a:r>
            <a:endParaRPr/>
          </a:p>
        </p:txBody>
      </p:sp>
      <p:sp>
        <p:nvSpPr>
          <p:cNvPr id="2183" name="Google Shape;2183;p191"/>
          <p:cNvSpPr/>
          <p:nvPr/>
        </p:nvSpPr>
        <p:spPr>
          <a:xfrm>
            <a:off x="3628951" y="621688"/>
            <a:ext cx="1886100" cy="489000"/>
          </a:xfrm>
          <a:prstGeom prst="roundRect">
            <a:avLst>
              <a:gd fmla="val 16667" name="adj"/>
            </a:avLst>
          </a:prstGeom>
          <a:solidFill>
            <a:srgbClr val="0D1322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5">
                <a:latin typeface="IBM Plex Mono"/>
                <a:ea typeface="IBM Plex Mono"/>
                <a:cs typeface="IBM Plex Mono"/>
                <a:sym typeface="IBM Plex Mono"/>
              </a:rPr>
              <a:t>input</a:t>
            </a:r>
            <a:endParaRPr sz="1635"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184" name="Google Shape;2184;p191"/>
          <p:cNvSpPr/>
          <p:nvPr/>
        </p:nvSpPr>
        <p:spPr>
          <a:xfrm>
            <a:off x="3848551" y="1490428"/>
            <a:ext cx="1446900" cy="489000"/>
          </a:xfrm>
          <a:prstGeom prst="roundRect">
            <a:avLst>
              <a:gd fmla="val 16667" name="adj"/>
            </a:avLst>
          </a:prstGeom>
          <a:solidFill>
            <a:srgbClr val="0D1322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5">
                <a:latin typeface="IBM Plex Mono"/>
                <a:ea typeface="IBM Plex Mono"/>
                <a:cs typeface="IBM Plex Mono"/>
                <a:sym typeface="IBM Plex Mono"/>
              </a:rPr>
              <a:t>model</a:t>
            </a:r>
            <a:endParaRPr sz="1635"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2185" name="Google Shape;2185;p191"/>
          <p:cNvCxnSpPr>
            <a:stCxn id="2183" idx="2"/>
          </p:cNvCxnSpPr>
          <p:nvPr/>
        </p:nvCxnSpPr>
        <p:spPr>
          <a:xfrm>
            <a:off x="4572001" y="1110688"/>
            <a:ext cx="0" cy="345900"/>
          </a:xfrm>
          <a:prstGeom prst="straightConnector1">
            <a:avLst/>
          </a:prstGeom>
          <a:noFill/>
          <a:ln cap="flat" cmpd="sng" w="22250">
            <a:solidFill>
              <a:srgbClr val="0D13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86" name="Google Shape;2186;p191"/>
          <p:cNvCxnSpPr/>
          <p:nvPr/>
        </p:nvCxnSpPr>
        <p:spPr>
          <a:xfrm flipH="1">
            <a:off x="3628950" y="1979420"/>
            <a:ext cx="534600" cy="494100"/>
          </a:xfrm>
          <a:prstGeom prst="straightConnector1">
            <a:avLst/>
          </a:prstGeom>
          <a:noFill/>
          <a:ln cap="flat" cmpd="sng" w="22250">
            <a:solidFill>
              <a:srgbClr val="0D13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87" name="Google Shape;2187;p191"/>
          <p:cNvCxnSpPr/>
          <p:nvPr/>
        </p:nvCxnSpPr>
        <p:spPr>
          <a:xfrm>
            <a:off x="5013150" y="1987820"/>
            <a:ext cx="501900" cy="485700"/>
          </a:xfrm>
          <a:prstGeom prst="straightConnector1">
            <a:avLst/>
          </a:prstGeom>
          <a:noFill/>
          <a:ln cap="flat" cmpd="sng" w="22250">
            <a:solidFill>
              <a:srgbClr val="0D132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78" name="Google Shape;2178;p191"/>
          <p:cNvSpPr/>
          <p:nvPr/>
        </p:nvSpPr>
        <p:spPr>
          <a:xfrm>
            <a:off x="2655275" y="2473525"/>
            <a:ext cx="1508400" cy="443100"/>
          </a:xfrm>
          <a:prstGeom prst="roundRect">
            <a:avLst>
              <a:gd fmla="val 16667" name="adj"/>
            </a:avLst>
          </a:prstGeom>
          <a:solidFill>
            <a:srgbClr val="FBB0A5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35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Subagent A</a:t>
            </a:r>
            <a:endParaRPr sz="1535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181" name="Google Shape;2181;p191"/>
          <p:cNvSpPr/>
          <p:nvPr/>
        </p:nvSpPr>
        <p:spPr>
          <a:xfrm>
            <a:off x="4920125" y="2481925"/>
            <a:ext cx="1508400" cy="443100"/>
          </a:xfrm>
          <a:prstGeom prst="roundRect">
            <a:avLst>
              <a:gd fmla="val 16667" name="adj"/>
            </a:avLst>
          </a:prstGeom>
          <a:solidFill>
            <a:srgbClr val="FBB0A5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35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Subagent B</a:t>
            </a:r>
            <a:endParaRPr sz="1535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2188" name="Google Shape;2188;p191"/>
          <p:cNvCxnSpPr/>
          <p:nvPr/>
        </p:nvCxnSpPr>
        <p:spPr>
          <a:xfrm flipH="1" rot="10800000">
            <a:off x="2655263" y="2925035"/>
            <a:ext cx="602100" cy="402300"/>
          </a:xfrm>
          <a:prstGeom prst="curvedConnector2">
            <a:avLst/>
          </a:prstGeom>
          <a:noFill/>
          <a:ln cap="flat" cmpd="sng" w="22250">
            <a:solidFill>
              <a:schemeClr val="dk1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189" name="Google Shape;2189;p191"/>
          <p:cNvCxnSpPr/>
          <p:nvPr/>
        </p:nvCxnSpPr>
        <p:spPr>
          <a:xfrm rot="10800000">
            <a:off x="5826425" y="2925925"/>
            <a:ext cx="602100" cy="400500"/>
          </a:xfrm>
          <a:prstGeom prst="curvedConnector2">
            <a:avLst/>
          </a:prstGeom>
          <a:noFill/>
          <a:ln cap="flat" cmpd="sng" w="22250">
            <a:solidFill>
              <a:schemeClr val="dk1"/>
            </a:solidFill>
            <a:prstDash val="dash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3" name="Shape 2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4" name="Google Shape;2194;p192"/>
          <p:cNvSpPr/>
          <p:nvPr/>
        </p:nvSpPr>
        <p:spPr>
          <a:xfrm>
            <a:off x="1771525" y="3115350"/>
            <a:ext cx="877500" cy="420300"/>
          </a:xfrm>
          <a:prstGeom prst="roundRect">
            <a:avLst>
              <a:gd fmla="val 16667" name="adj"/>
            </a:avLst>
          </a:prstGeom>
          <a:solidFill>
            <a:srgbClr val="C5E0F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Mono"/>
                <a:ea typeface="IBM Plex Mono"/>
                <a:cs typeface="IBM Plex Mono"/>
                <a:sym typeface="IBM Plex Mono"/>
              </a:rPr>
              <a:t>tool</a:t>
            </a:r>
            <a:endParaRPr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2195" name="Google Shape;2195;p192"/>
          <p:cNvCxnSpPr>
            <a:stCxn id="2196" idx="1"/>
            <a:endCxn id="2194" idx="0"/>
          </p:cNvCxnSpPr>
          <p:nvPr/>
        </p:nvCxnSpPr>
        <p:spPr>
          <a:xfrm flipH="1">
            <a:off x="2210375" y="2695075"/>
            <a:ext cx="444900" cy="420300"/>
          </a:xfrm>
          <a:prstGeom prst="curvedConnector2">
            <a:avLst/>
          </a:prstGeom>
          <a:noFill/>
          <a:ln cap="flat" cmpd="sng" w="22250">
            <a:solidFill>
              <a:schemeClr val="dk1"/>
            </a:solidFill>
            <a:prstDash val="dot"/>
            <a:round/>
            <a:headEnd len="med" w="med" type="none"/>
            <a:tailEnd len="med" w="med" type="stealth"/>
          </a:ln>
        </p:spPr>
      </p:cxnSp>
      <p:sp>
        <p:nvSpPr>
          <p:cNvPr id="2197" name="Google Shape;2197;p192"/>
          <p:cNvSpPr/>
          <p:nvPr/>
        </p:nvSpPr>
        <p:spPr>
          <a:xfrm>
            <a:off x="6428675" y="3115350"/>
            <a:ext cx="877500" cy="420300"/>
          </a:xfrm>
          <a:prstGeom prst="roundRect">
            <a:avLst>
              <a:gd fmla="val 16667" name="adj"/>
            </a:avLst>
          </a:prstGeom>
          <a:solidFill>
            <a:srgbClr val="C5E0F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Mono"/>
                <a:ea typeface="IBM Plex Mono"/>
                <a:cs typeface="IBM Plex Mono"/>
                <a:sym typeface="IBM Plex Mono"/>
              </a:rPr>
              <a:t>tool</a:t>
            </a:r>
            <a:endParaRPr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2198" name="Google Shape;2198;p192"/>
          <p:cNvCxnSpPr>
            <a:stCxn id="2199" idx="3"/>
            <a:endCxn id="2197" idx="0"/>
          </p:cNvCxnSpPr>
          <p:nvPr/>
        </p:nvCxnSpPr>
        <p:spPr>
          <a:xfrm>
            <a:off x="6428525" y="2703475"/>
            <a:ext cx="438900" cy="411900"/>
          </a:xfrm>
          <a:prstGeom prst="curvedConnector2">
            <a:avLst/>
          </a:prstGeom>
          <a:noFill/>
          <a:ln cap="flat" cmpd="sng" w="22250">
            <a:solidFill>
              <a:schemeClr val="dk1"/>
            </a:solidFill>
            <a:prstDash val="dot"/>
            <a:round/>
            <a:headEnd len="med" w="med" type="none"/>
            <a:tailEnd len="med" w="med" type="stealth"/>
          </a:ln>
        </p:spPr>
      </p:cxnSp>
      <p:sp>
        <p:nvSpPr>
          <p:cNvPr id="2200" name="Google Shape;2200;p192"/>
          <p:cNvSpPr txBox="1"/>
          <p:nvPr>
            <p:ph type="title"/>
          </p:nvPr>
        </p:nvSpPr>
        <p:spPr>
          <a:xfrm>
            <a:off x="311700" y="286263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Subagents</a:t>
            </a:r>
            <a:endParaRPr/>
          </a:p>
        </p:txBody>
      </p:sp>
      <p:sp>
        <p:nvSpPr>
          <p:cNvPr id="2201" name="Google Shape;2201;p192"/>
          <p:cNvSpPr/>
          <p:nvPr/>
        </p:nvSpPr>
        <p:spPr>
          <a:xfrm>
            <a:off x="3628951" y="621688"/>
            <a:ext cx="1886100" cy="489000"/>
          </a:xfrm>
          <a:prstGeom prst="roundRect">
            <a:avLst>
              <a:gd fmla="val 16667" name="adj"/>
            </a:avLst>
          </a:prstGeom>
          <a:solidFill>
            <a:srgbClr val="0D1322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5">
                <a:latin typeface="IBM Plex Mono"/>
                <a:ea typeface="IBM Plex Mono"/>
                <a:cs typeface="IBM Plex Mono"/>
                <a:sym typeface="IBM Plex Mono"/>
              </a:rPr>
              <a:t>input</a:t>
            </a:r>
            <a:endParaRPr sz="1635"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202" name="Google Shape;2202;p192"/>
          <p:cNvSpPr/>
          <p:nvPr/>
        </p:nvSpPr>
        <p:spPr>
          <a:xfrm>
            <a:off x="3848551" y="1490428"/>
            <a:ext cx="1446900" cy="489000"/>
          </a:xfrm>
          <a:prstGeom prst="roundRect">
            <a:avLst>
              <a:gd fmla="val 16667" name="adj"/>
            </a:avLst>
          </a:prstGeom>
          <a:solidFill>
            <a:srgbClr val="0D1322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5">
                <a:latin typeface="IBM Plex Mono"/>
                <a:ea typeface="IBM Plex Mono"/>
                <a:cs typeface="IBM Plex Mono"/>
                <a:sym typeface="IBM Plex Mono"/>
              </a:rPr>
              <a:t>model</a:t>
            </a:r>
            <a:endParaRPr sz="1635"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2203" name="Google Shape;2203;p192"/>
          <p:cNvCxnSpPr>
            <a:stCxn id="2201" idx="2"/>
          </p:cNvCxnSpPr>
          <p:nvPr/>
        </p:nvCxnSpPr>
        <p:spPr>
          <a:xfrm>
            <a:off x="4572001" y="1110688"/>
            <a:ext cx="0" cy="345900"/>
          </a:xfrm>
          <a:prstGeom prst="straightConnector1">
            <a:avLst/>
          </a:prstGeom>
          <a:noFill/>
          <a:ln cap="flat" cmpd="sng" w="22250">
            <a:solidFill>
              <a:srgbClr val="0D13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04" name="Google Shape;2204;p192"/>
          <p:cNvCxnSpPr/>
          <p:nvPr/>
        </p:nvCxnSpPr>
        <p:spPr>
          <a:xfrm flipH="1">
            <a:off x="3628950" y="1979420"/>
            <a:ext cx="534600" cy="494100"/>
          </a:xfrm>
          <a:prstGeom prst="straightConnector1">
            <a:avLst/>
          </a:prstGeom>
          <a:noFill/>
          <a:ln cap="flat" cmpd="sng" w="22250">
            <a:solidFill>
              <a:srgbClr val="0D13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05" name="Google Shape;2205;p192"/>
          <p:cNvCxnSpPr/>
          <p:nvPr/>
        </p:nvCxnSpPr>
        <p:spPr>
          <a:xfrm>
            <a:off x="5013150" y="1987820"/>
            <a:ext cx="501900" cy="485700"/>
          </a:xfrm>
          <a:prstGeom prst="straightConnector1">
            <a:avLst/>
          </a:prstGeom>
          <a:noFill/>
          <a:ln cap="flat" cmpd="sng" w="22250">
            <a:solidFill>
              <a:srgbClr val="0D132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96" name="Google Shape;2196;p192"/>
          <p:cNvSpPr/>
          <p:nvPr/>
        </p:nvSpPr>
        <p:spPr>
          <a:xfrm>
            <a:off x="2655275" y="2473525"/>
            <a:ext cx="1508400" cy="443100"/>
          </a:xfrm>
          <a:prstGeom prst="roundRect">
            <a:avLst>
              <a:gd fmla="val 16667" name="adj"/>
            </a:avLst>
          </a:prstGeom>
          <a:solidFill>
            <a:srgbClr val="FBB0A5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35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Subagent A</a:t>
            </a:r>
            <a:endParaRPr sz="1535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199" name="Google Shape;2199;p192"/>
          <p:cNvSpPr/>
          <p:nvPr/>
        </p:nvSpPr>
        <p:spPr>
          <a:xfrm>
            <a:off x="4920125" y="2481925"/>
            <a:ext cx="1508400" cy="443100"/>
          </a:xfrm>
          <a:prstGeom prst="roundRect">
            <a:avLst>
              <a:gd fmla="val 16667" name="adj"/>
            </a:avLst>
          </a:prstGeom>
          <a:solidFill>
            <a:srgbClr val="FBB0A5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35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Subagent B</a:t>
            </a:r>
            <a:endParaRPr sz="1535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2206" name="Google Shape;2206;p192"/>
          <p:cNvCxnSpPr/>
          <p:nvPr/>
        </p:nvCxnSpPr>
        <p:spPr>
          <a:xfrm flipH="1" rot="10800000">
            <a:off x="2655263" y="2925035"/>
            <a:ext cx="602100" cy="402300"/>
          </a:xfrm>
          <a:prstGeom prst="curvedConnector2">
            <a:avLst/>
          </a:prstGeom>
          <a:noFill/>
          <a:ln cap="flat" cmpd="sng" w="22250">
            <a:solidFill>
              <a:schemeClr val="dk1"/>
            </a:solidFill>
            <a:prstDash val="dot"/>
            <a:round/>
            <a:headEnd len="med" w="med" type="none"/>
            <a:tailEnd len="med" w="med" type="stealth"/>
          </a:ln>
        </p:spPr>
      </p:cxnSp>
      <p:cxnSp>
        <p:nvCxnSpPr>
          <p:cNvPr id="2207" name="Google Shape;2207;p192"/>
          <p:cNvCxnSpPr/>
          <p:nvPr/>
        </p:nvCxnSpPr>
        <p:spPr>
          <a:xfrm rot="10800000">
            <a:off x="5826425" y="2925925"/>
            <a:ext cx="602100" cy="400500"/>
          </a:xfrm>
          <a:prstGeom prst="curvedConnector2">
            <a:avLst/>
          </a:prstGeom>
          <a:noFill/>
          <a:ln cap="flat" cmpd="sng" w="22250">
            <a:solidFill>
              <a:schemeClr val="dk1"/>
            </a:solidFill>
            <a:prstDash val="dot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1" name="Shape 2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2" name="Google Shape;2212;p193"/>
          <p:cNvSpPr/>
          <p:nvPr/>
        </p:nvSpPr>
        <p:spPr>
          <a:xfrm>
            <a:off x="1771525" y="3115350"/>
            <a:ext cx="877500" cy="420300"/>
          </a:xfrm>
          <a:prstGeom prst="roundRect">
            <a:avLst>
              <a:gd fmla="val 16667" name="adj"/>
            </a:avLst>
          </a:prstGeom>
          <a:solidFill>
            <a:srgbClr val="C5E0F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Mono"/>
                <a:ea typeface="IBM Plex Mono"/>
                <a:cs typeface="IBM Plex Mono"/>
                <a:sym typeface="IBM Plex Mono"/>
              </a:rPr>
              <a:t>tool</a:t>
            </a:r>
            <a:endParaRPr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2213" name="Google Shape;2213;p193"/>
          <p:cNvCxnSpPr>
            <a:stCxn id="2214" idx="1"/>
            <a:endCxn id="2212" idx="0"/>
          </p:cNvCxnSpPr>
          <p:nvPr/>
        </p:nvCxnSpPr>
        <p:spPr>
          <a:xfrm flipH="1">
            <a:off x="2210375" y="2695075"/>
            <a:ext cx="444900" cy="420300"/>
          </a:xfrm>
          <a:prstGeom prst="curvedConnector2">
            <a:avLst/>
          </a:prstGeom>
          <a:noFill/>
          <a:ln cap="flat" cmpd="sng" w="22250">
            <a:solidFill>
              <a:schemeClr val="dk1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2215" name="Google Shape;2215;p193"/>
          <p:cNvSpPr/>
          <p:nvPr/>
        </p:nvSpPr>
        <p:spPr>
          <a:xfrm>
            <a:off x="6428675" y="3115350"/>
            <a:ext cx="877500" cy="420300"/>
          </a:xfrm>
          <a:prstGeom prst="roundRect">
            <a:avLst>
              <a:gd fmla="val 16667" name="adj"/>
            </a:avLst>
          </a:prstGeom>
          <a:solidFill>
            <a:srgbClr val="C5E0F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Mono"/>
                <a:ea typeface="IBM Plex Mono"/>
                <a:cs typeface="IBM Plex Mono"/>
                <a:sym typeface="IBM Plex Mono"/>
              </a:rPr>
              <a:t>tool</a:t>
            </a:r>
            <a:endParaRPr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2216" name="Google Shape;2216;p193"/>
          <p:cNvCxnSpPr>
            <a:stCxn id="2217" idx="3"/>
            <a:endCxn id="2215" idx="0"/>
          </p:cNvCxnSpPr>
          <p:nvPr/>
        </p:nvCxnSpPr>
        <p:spPr>
          <a:xfrm>
            <a:off x="6428525" y="2703475"/>
            <a:ext cx="438900" cy="411900"/>
          </a:xfrm>
          <a:prstGeom prst="curvedConnector2">
            <a:avLst/>
          </a:prstGeom>
          <a:noFill/>
          <a:ln cap="flat" cmpd="sng" w="22250">
            <a:solidFill>
              <a:schemeClr val="dk1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2218" name="Google Shape;2218;p193"/>
          <p:cNvSpPr txBox="1"/>
          <p:nvPr>
            <p:ph type="title"/>
          </p:nvPr>
        </p:nvSpPr>
        <p:spPr>
          <a:xfrm>
            <a:off x="311700" y="286263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Subagents</a:t>
            </a:r>
            <a:endParaRPr/>
          </a:p>
        </p:txBody>
      </p:sp>
      <p:sp>
        <p:nvSpPr>
          <p:cNvPr id="2219" name="Google Shape;2219;p193"/>
          <p:cNvSpPr/>
          <p:nvPr/>
        </p:nvSpPr>
        <p:spPr>
          <a:xfrm>
            <a:off x="3628951" y="621688"/>
            <a:ext cx="1886100" cy="489000"/>
          </a:xfrm>
          <a:prstGeom prst="roundRect">
            <a:avLst>
              <a:gd fmla="val 16667" name="adj"/>
            </a:avLst>
          </a:prstGeom>
          <a:solidFill>
            <a:srgbClr val="0D1322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5">
                <a:latin typeface="IBM Plex Mono"/>
                <a:ea typeface="IBM Plex Mono"/>
                <a:cs typeface="IBM Plex Mono"/>
                <a:sym typeface="IBM Plex Mono"/>
              </a:rPr>
              <a:t>input</a:t>
            </a:r>
            <a:endParaRPr sz="1635"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220" name="Google Shape;2220;p193"/>
          <p:cNvSpPr/>
          <p:nvPr/>
        </p:nvSpPr>
        <p:spPr>
          <a:xfrm>
            <a:off x="3848551" y="1490428"/>
            <a:ext cx="1446900" cy="489000"/>
          </a:xfrm>
          <a:prstGeom prst="roundRect">
            <a:avLst>
              <a:gd fmla="val 16667" name="adj"/>
            </a:avLst>
          </a:prstGeom>
          <a:solidFill>
            <a:srgbClr val="0D1322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5">
                <a:latin typeface="IBM Plex Mono"/>
                <a:ea typeface="IBM Plex Mono"/>
                <a:cs typeface="IBM Plex Mono"/>
                <a:sym typeface="IBM Plex Mono"/>
              </a:rPr>
              <a:t>model</a:t>
            </a:r>
            <a:endParaRPr sz="1635"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2221" name="Google Shape;2221;p193"/>
          <p:cNvCxnSpPr>
            <a:stCxn id="2219" idx="2"/>
          </p:cNvCxnSpPr>
          <p:nvPr/>
        </p:nvCxnSpPr>
        <p:spPr>
          <a:xfrm>
            <a:off x="4572001" y="1110688"/>
            <a:ext cx="0" cy="345900"/>
          </a:xfrm>
          <a:prstGeom prst="straightConnector1">
            <a:avLst/>
          </a:prstGeom>
          <a:noFill/>
          <a:ln cap="flat" cmpd="sng" w="22250">
            <a:solidFill>
              <a:srgbClr val="0D13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22" name="Google Shape;2222;p193"/>
          <p:cNvCxnSpPr/>
          <p:nvPr/>
        </p:nvCxnSpPr>
        <p:spPr>
          <a:xfrm flipH="1">
            <a:off x="3628950" y="1979420"/>
            <a:ext cx="534600" cy="494100"/>
          </a:xfrm>
          <a:prstGeom prst="straightConnector1">
            <a:avLst/>
          </a:prstGeom>
          <a:noFill/>
          <a:ln cap="flat" cmpd="sng" w="22250">
            <a:solidFill>
              <a:srgbClr val="0D13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23" name="Google Shape;2223;p193"/>
          <p:cNvCxnSpPr/>
          <p:nvPr/>
        </p:nvCxnSpPr>
        <p:spPr>
          <a:xfrm>
            <a:off x="5013150" y="1987820"/>
            <a:ext cx="501900" cy="485700"/>
          </a:xfrm>
          <a:prstGeom prst="straightConnector1">
            <a:avLst/>
          </a:prstGeom>
          <a:noFill/>
          <a:ln cap="flat" cmpd="sng" w="22250">
            <a:solidFill>
              <a:srgbClr val="0D132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14" name="Google Shape;2214;p193"/>
          <p:cNvSpPr/>
          <p:nvPr/>
        </p:nvSpPr>
        <p:spPr>
          <a:xfrm>
            <a:off x="2655275" y="2473525"/>
            <a:ext cx="1508400" cy="443100"/>
          </a:xfrm>
          <a:prstGeom prst="roundRect">
            <a:avLst>
              <a:gd fmla="val 16667" name="adj"/>
            </a:avLst>
          </a:prstGeom>
          <a:solidFill>
            <a:srgbClr val="FBB0A5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35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Subagent A</a:t>
            </a:r>
            <a:endParaRPr sz="1535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217" name="Google Shape;2217;p193"/>
          <p:cNvSpPr/>
          <p:nvPr/>
        </p:nvSpPr>
        <p:spPr>
          <a:xfrm>
            <a:off x="4920125" y="2481925"/>
            <a:ext cx="1508400" cy="443100"/>
          </a:xfrm>
          <a:prstGeom prst="roundRect">
            <a:avLst>
              <a:gd fmla="val 16667" name="adj"/>
            </a:avLst>
          </a:prstGeom>
          <a:solidFill>
            <a:srgbClr val="FBB0A5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35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Subagent B</a:t>
            </a:r>
            <a:endParaRPr sz="1535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2224" name="Google Shape;2224;p193"/>
          <p:cNvCxnSpPr/>
          <p:nvPr/>
        </p:nvCxnSpPr>
        <p:spPr>
          <a:xfrm flipH="1" rot="10800000">
            <a:off x="2655263" y="2925035"/>
            <a:ext cx="602100" cy="402300"/>
          </a:xfrm>
          <a:prstGeom prst="curvedConnector2">
            <a:avLst/>
          </a:prstGeom>
          <a:noFill/>
          <a:ln cap="flat" cmpd="sng" w="22250">
            <a:solidFill>
              <a:schemeClr val="dk1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225" name="Google Shape;2225;p193"/>
          <p:cNvCxnSpPr/>
          <p:nvPr/>
        </p:nvCxnSpPr>
        <p:spPr>
          <a:xfrm rot="10800000">
            <a:off x="5826425" y="2925925"/>
            <a:ext cx="602100" cy="400500"/>
          </a:xfrm>
          <a:prstGeom prst="curvedConnector2">
            <a:avLst/>
          </a:prstGeom>
          <a:noFill/>
          <a:ln cap="flat" cmpd="sng" w="22250">
            <a:solidFill>
              <a:schemeClr val="dk1"/>
            </a:solidFill>
            <a:prstDash val="dash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9" name="Shape 2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0" name="Google Shape;2230;p194"/>
          <p:cNvSpPr/>
          <p:nvPr/>
        </p:nvSpPr>
        <p:spPr>
          <a:xfrm>
            <a:off x="2163900" y="3115350"/>
            <a:ext cx="877500" cy="420300"/>
          </a:xfrm>
          <a:prstGeom prst="roundRect">
            <a:avLst>
              <a:gd fmla="val 16667" name="adj"/>
            </a:avLst>
          </a:prstGeom>
          <a:solidFill>
            <a:srgbClr val="0D1322"/>
          </a:solidFill>
          <a:ln cap="flat" cmpd="sng" w="9525">
            <a:solidFill>
              <a:srgbClr val="161F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Mono"/>
                <a:ea typeface="IBM Plex Mono"/>
                <a:cs typeface="IBM Plex Mono"/>
                <a:sym typeface="IBM Plex Mono"/>
              </a:rPr>
              <a:t>tool</a:t>
            </a:r>
            <a:endParaRPr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2231" name="Google Shape;2231;p194"/>
          <p:cNvCxnSpPr>
            <a:stCxn id="2232" idx="1"/>
            <a:endCxn id="2230" idx="0"/>
          </p:cNvCxnSpPr>
          <p:nvPr/>
        </p:nvCxnSpPr>
        <p:spPr>
          <a:xfrm flipH="1">
            <a:off x="2602650" y="2695050"/>
            <a:ext cx="444900" cy="420300"/>
          </a:xfrm>
          <a:prstGeom prst="curvedConnector2">
            <a:avLst/>
          </a:prstGeom>
          <a:noFill/>
          <a:ln cap="flat" cmpd="sng" w="22250">
            <a:solidFill>
              <a:srgbClr val="0D132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2233" name="Google Shape;2233;p194"/>
          <p:cNvSpPr/>
          <p:nvPr/>
        </p:nvSpPr>
        <p:spPr>
          <a:xfrm>
            <a:off x="6096375" y="3115350"/>
            <a:ext cx="877500" cy="420300"/>
          </a:xfrm>
          <a:prstGeom prst="roundRect">
            <a:avLst>
              <a:gd fmla="val 16667" name="adj"/>
            </a:avLst>
          </a:prstGeom>
          <a:solidFill>
            <a:srgbClr val="0D1322"/>
          </a:solidFill>
          <a:ln cap="flat" cmpd="sng" w="9525">
            <a:solidFill>
              <a:srgbClr val="161F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Mono"/>
                <a:ea typeface="IBM Plex Mono"/>
                <a:cs typeface="IBM Plex Mono"/>
                <a:sym typeface="IBM Plex Mono"/>
              </a:rPr>
              <a:t>tool</a:t>
            </a:r>
            <a:endParaRPr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2234" name="Google Shape;2234;p194"/>
          <p:cNvCxnSpPr>
            <a:endCxn id="2233" idx="0"/>
          </p:cNvCxnSpPr>
          <p:nvPr/>
        </p:nvCxnSpPr>
        <p:spPr>
          <a:xfrm>
            <a:off x="6096225" y="2695050"/>
            <a:ext cx="438900" cy="420300"/>
          </a:xfrm>
          <a:prstGeom prst="curvedConnector2">
            <a:avLst/>
          </a:prstGeom>
          <a:noFill/>
          <a:ln cap="flat" cmpd="sng" w="22250">
            <a:solidFill>
              <a:srgbClr val="0D132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235" name="Google Shape;2235;p194"/>
          <p:cNvCxnSpPr>
            <a:endCxn id="2232" idx="2"/>
          </p:cNvCxnSpPr>
          <p:nvPr/>
        </p:nvCxnSpPr>
        <p:spPr>
          <a:xfrm flipH="1" rot="10800000">
            <a:off x="3047488" y="2916635"/>
            <a:ext cx="602100" cy="402300"/>
          </a:xfrm>
          <a:prstGeom prst="curvedConnector3">
            <a:avLst>
              <a:gd fmla="val 50000" name="adj1"/>
            </a:avLst>
          </a:prstGeom>
          <a:noFill/>
          <a:ln cap="flat" cmpd="sng" w="22250">
            <a:solidFill>
              <a:srgbClr val="0D132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236" name="Google Shape;2236;p194"/>
          <p:cNvCxnSpPr>
            <a:stCxn id="2233" idx="1"/>
            <a:endCxn id="2237" idx="2"/>
          </p:cNvCxnSpPr>
          <p:nvPr/>
        </p:nvCxnSpPr>
        <p:spPr>
          <a:xfrm rot="10800000">
            <a:off x="5494275" y="2925000"/>
            <a:ext cx="602100" cy="400500"/>
          </a:xfrm>
          <a:prstGeom prst="curvedConnector3">
            <a:avLst>
              <a:gd fmla="val 50000" name="adj1"/>
            </a:avLst>
          </a:prstGeom>
          <a:noFill/>
          <a:ln cap="flat" cmpd="sng" w="22250">
            <a:solidFill>
              <a:srgbClr val="0D132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2238" name="Google Shape;2238;p194"/>
          <p:cNvSpPr/>
          <p:nvPr/>
        </p:nvSpPr>
        <p:spPr>
          <a:xfrm>
            <a:off x="3628951" y="621688"/>
            <a:ext cx="1886100" cy="489000"/>
          </a:xfrm>
          <a:prstGeom prst="roundRect">
            <a:avLst>
              <a:gd fmla="val 16667" name="adj"/>
            </a:avLst>
          </a:prstGeom>
          <a:solidFill>
            <a:srgbClr val="0D1322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5">
                <a:latin typeface="IBM Plex Mono"/>
                <a:ea typeface="IBM Plex Mono"/>
                <a:cs typeface="IBM Plex Mono"/>
                <a:sym typeface="IBM Plex Mono"/>
              </a:rPr>
              <a:t>input</a:t>
            </a:r>
            <a:endParaRPr sz="1635"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239" name="Google Shape;2239;p194"/>
          <p:cNvSpPr/>
          <p:nvPr/>
        </p:nvSpPr>
        <p:spPr>
          <a:xfrm>
            <a:off x="3848551" y="1490428"/>
            <a:ext cx="1446900" cy="489000"/>
          </a:xfrm>
          <a:prstGeom prst="roundRect">
            <a:avLst>
              <a:gd fmla="val 16667" name="adj"/>
            </a:avLst>
          </a:prstGeom>
          <a:solidFill>
            <a:srgbClr val="895270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5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model</a:t>
            </a:r>
            <a:endParaRPr sz="1635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2240" name="Google Shape;2240;p194"/>
          <p:cNvCxnSpPr>
            <a:stCxn id="2238" idx="2"/>
          </p:cNvCxnSpPr>
          <p:nvPr/>
        </p:nvCxnSpPr>
        <p:spPr>
          <a:xfrm>
            <a:off x="4572001" y="1110688"/>
            <a:ext cx="0" cy="345900"/>
          </a:xfrm>
          <a:prstGeom prst="straightConnector1">
            <a:avLst/>
          </a:prstGeom>
          <a:noFill/>
          <a:ln cap="flat" cmpd="sng" w="22250">
            <a:solidFill>
              <a:srgbClr val="0D13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41" name="Google Shape;2241;p194"/>
          <p:cNvCxnSpPr/>
          <p:nvPr/>
        </p:nvCxnSpPr>
        <p:spPr>
          <a:xfrm flipH="1">
            <a:off x="3628950" y="1979420"/>
            <a:ext cx="534600" cy="494100"/>
          </a:xfrm>
          <a:prstGeom prst="straightConnector1">
            <a:avLst/>
          </a:prstGeom>
          <a:noFill/>
          <a:ln cap="flat" cmpd="sng" w="22250">
            <a:solidFill>
              <a:srgbClr val="0D13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42" name="Google Shape;2242;p194"/>
          <p:cNvCxnSpPr/>
          <p:nvPr/>
        </p:nvCxnSpPr>
        <p:spPr>
          <a:xfrm>
            <a:off x="5013150" y="1987820"/>
            <a:ext cx="501900" cy="485700"/>
          </a:xfrm>
          <a:prstGeom prst="straightConnector1">
            <a:avLst/>
          </a:prstGeom>
          <a:noFill/>
          <a:ln cap="flat" cmpd="sng" w="22250">
            <a:solidFill>
              <a:srgbClr val="0D13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43" name="Google Shape;2243;p194"/>
          <p:cNvCxnSpPr/>
          <p:nvPr/>
        </p:nvCxnSpPr>
        <p:spPr>
          <a:xfrm rot="10800000">
            <a:off x="4858400" y="2020870"/>
            <a:ext cx="429300" cy="420900"/>
          </a:xfrm>
          <a:prstGeom prst="straightConnector1">
            <a:avLst/>
          </a:prstGeom>
          <a:noFill/>
          <a:ln cap="flat" cmpd="sng" w="222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44" name="Google Shape;2244;p194"/>
          <p:cNvSpPr txBox="1"/>
          <p:nvPr>
            <p:ph type="title"/>
          </p:nvPr>
        </p:nvSpPr>
        <p:spPr>
          <a:xfrm>
            <a:off x="311700" y="286263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Subagents</a:t>
            </a:r>
            <a:endParaRPr/>
          </a:p>
        </p:txBody>
      </p:sp>
      <p:cxnSp>
        <p:nvCxnSpPr>
          <p:cNvPr id="2245" name="Google Shape;2245;p194"/>
          <p:cNvCxnSpPr/>
          <p:nvPr/>
        </p:nvCxnSpPr>
        <p:spPr>
          <a:xfrm flipH="1" rot="10800000">
            <a:off x="3873150" y="2029260"/>
            <a:ext cx="429300" cy="404100"/>
          </a:xfrm>
          <a:prstGeom prst="straightConnector1">
            <a:avLst/>
          </a:prstGeom>
          <a:noFill/>
          <a:ln cap="flat" cmpd="sng" w="222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46" name="Google Shape;2246;p194"/>
          <p:cNvSpPr/>
          <p:nvPr/>
        </p:nvSpPr>
        <p:spPr>
          <a:xfrm>
            <a:off x="2655275" y="2473525"/>
            <a:ext cx="1508400" cy="443100"/>
          </a:xfrm>
          <a:prstGeom prst="roundRect">
            <a:avLst>
              <a:gd fmla="val 16667" name="adj"/>
            </a:avLst>
          </a:prstGeom>
          <a:solidFill>
            <a:srgbClr val="FBB0A5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35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Subagent A</a:t>
            </a:r>
            <a:endParaRPr sz="1535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247" name="Google Shape;2247;p194"/>
          <p:cNvSpPr/>
          <p:nvPr/>
        </p:nvSpPr>
        <p:spPr>
          <a:xfrm>
            <a:off x="4920125" y="2481925"/>
            <a:ext cx="1508400" cy="443100"/>
          </a:xfrm>
          <a:prstGeom prst="roundRect">
            <a:avLst>
              <a:gd fmla="val 16667" name="adj"/>
            </a:avLst>
          </a:prstGeom>
          <a:solidFill>
            <a:srgbClr val="FBB0A5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35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Subagent B</a:t>
            </a:r>
            <a:endParaRPr sz="1535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1" name="Shape 2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" name="Google Shape;2252;p195"/>
          <p:cNvSpPr/>
          <p:nvPr/>
        </p:nvSpPr>
        <p:spPr>
          <a:xfrm>
            <a:off x="2163900" y="3115350"/>
            <a:ext cx="877500" cy="420300"/>
          </a:xfrm>
          <a:prstGeom prst="roundRect">
            <a:avLst>
              <a:gd fmla="val 16667" name="adj"/>
            </a:avLst>
          </a:prstGeom>
          <a:solidFill>
            <a:srgbClr val="0D1322"/>
          </a:solidFill>
          <a:ln cap="flat" cmpd="sng" w="9525">
            <a:solidFill>
              <a:srgbClr val="161F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Mono"/>
                <a:ea typeface="IBM Plex Mono"/>
                <a:cs typeface="IBM Plex Mono"/>
                <a:sym typeface="IBM Plex Mono"/>
              </a:rPr>
              <a:t>tool</a:t>
            </a:r>
            <a:endParaRPr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2253" name="Google Shape;2253;p195"/>
          <p:cNvCxnSpPr>
            <a:stCxn id="2254" idx="1"/>
            <a:endCxn id="2252" idx="0"/>
          </p:cNvCxnSpPr>
          <p:nvPr/>
        </p:nvCxnSpPr>
        <p:spPr>
          <a:xfrm flipH="1">
            <a:off x="2602650" y="2695050"/>
            <a:ext cx="444900" cy="420300"/>
          </a:xfrm>
          <a:prstGeom prst="curvedConnector2">
            <a:avLst/>
          </a:prstGeom>
          <a:noFill/>
          <a:ln cap="flat" cmpd="sng" w="22250">
            <a:solidFill>
              <a:srgbClr val="0D132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2255" name="Google Shape;2255;p195"/>
          <p:cNvSpPr/>
          <p:nvPr/>
        </p:nvSpPr>
        <p:spPr>
          <a:xfrm>
            <a:off x="6096375" y="3115350"/>
            <a:ext cx="877500" cy="420300"/>
          </a:xfrm>
          <a:prstGeom prst="roundRect">
            <a:avLst>
              <a:gd fmla="val 16667" name="adj"/>
            </a:avLst>
          </a:prstGeom>
          <a:solidFill>
            <a:srgbClr val="0D1322"/>
          </a:solidFill>
          <a:ln cap="flat" cmpd="sng" w="9525">
            <a:solidFill>
              <a:srgbClr val="161F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Mono"/>
                <a:ea typeface="IBM Plex Mono"/>
                <a:cs typeface="IBM Plex Mono"/>
                <a:sym typeface="IBM Plex Mono"/>
              </a:rPr>
              <a:t>tool</a:t>
            </a:r>
            <a:endParaRPr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2256" name="Google Shape;2256;p195"/>
          <p:cNvCxnSpPr>
            <a:endCxn id="2255" idx="0"/>
          </p:cNvCxnSpPr>
          <p:nvPr/>
        </p:nvCxnSpPr>
        <p:spPr>
          <a:xfrm>
            <a:off x="6096225" y="2695050"/>
            <a:ext cx="438900" cy="420300"/>
          </a:xfrm>
          <a:prstGeom prst="curvedConnector2">
            <a:avLst/>
          </a:prstGeom>
          <a:noFill/>
          <a:ln cap="flat" cmpd="sng" w="22250">
            <a:solidFill>
              <a:srgbClr val="0D132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257" name="Google Shape;2257;p195"/>
          <p:cNvCxnSpPr>
            <a:endCxn id="2254" idx="2"/>
          </p:cNvCxnSpPr>
          <p:nvPr/>
        </p:nvCxnSpPr>
        <p:spPr>
          <a:xfrm flipH="1" rot="10800000">
            <a:off x="3047488" y="2916635"/>
            <a:ext cx="602100" cy="402300"/>
          </a:xfrm>
          <a:prstGeom prst="curvedConnector3">
            <a:avLst>
              <a:gd fmla="val 50000" name="adj1"/>
            </a:avLst>
          </a:prstGeom>
          <a:noFill/>
          <a:ln cap="flat" cmpd="sng" w="22250">
            <a:solidFill>
              <a:srgbClr val="0D132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258" name="Google Shape;2258;p195"/>
          <p:cNvCxnSpPr>
            <a:stCxn id="2255" idx="1"/>
            <a:endCxn id="2259" idx="2"/>
          </p:cNvCxnSpPr>
          <p:nvPr/>
        </p:nvCxnSpPr>
        <p:spPr>
          <a:xfrm rot="10800000">
            <a:off x="5494275" y="2925000"/>
            <a:ext cx="602100" cy="400500"/>
          </a:xfrm>
          <a:prstGeom prst="curvedConnector3">
            <a:avLst>
              <a:gd fmla="val 50000" name="adj1"/>
            </a:avLst>
          </a:prstGeom>
          <a:noFill/>
          <a:ln cap="flat" cmpd="sng" w="22250">
            <a:solidFill>
              <a:srgbClr val="0D132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2260" name="Google Shape;2260;p195"/>
          <p:cNvSpPr/>
          <p:nvPr/>
        </p:nvSpPr>
        <p:spPr>
          <a:xfrm>
            <a:off x="3628951" y="621688"/>
            <a:ext cx="1886100" cy="489000"/>
          </a:xfrm>
          <a:prstGeom prst="roundRect">
            <a:avLst>
              <a:gd fmla="val 16667" name="adj"/>
            </a:avLst>
          </a:prstGeom>
          <a:solidFill>
            <a:srgbClr val="0D1322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5">
                <a:latin typeface="IBM Plex Mono"/>
                <a:ea typeface="IBM Plex Mono"/>
                <a:cs typeface="IBM Plex Mono"/>
                <a:sym typeface="IBM Plex Mono"/>
              </a:rPr>
              <a:t>input</a:t>
            </a:r>
            <a:endParaRPr sz="1635"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261" name="Google Shape;2261;p195"/>
          <p:cNvSpPr/>
          <p:nvPr/>
        </p:nvSpPr>
        <p:spPr>
          <a:xfrm>
            <a:off x="3848551" y="1490428"/>
            <a:ext cx="1446900" cy="489000"/>
          </a:xfrm>
          <a:prstGeom prst="roundRect">
            <a:avLst>
              <a:gd fmla="val 16667" name="adj"/>
            </a:avLst>
          </a:prstGeom>
          <a:solidFill>
            <a:srgbClr val="895270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5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model</a:t>
            </a:r>
            <a:endParaRPr sz="1635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2262" name="Google Shape;2262;p195"/>
          <p:cNvCxnSpPr>
            <a:stCxn id="2260" idx="2"/>
          </p:cNvCxnSpPr>
          <p:nvPr/>
        </p:nvCxnSpPr>
        <p:spPr>
          <a:xfrm>
            <a:off x="4572001" y="1110688"/>
            <a:ext cx="0" cy="345900"/>
          </a:xfrm>
          <a:prstGeom prst="straightConnector1">
            <a:avLst/>
          </a:prstGeom>
          <a:noFill/>
          <a:ln cap="flat" cmpd="sng" w="22250">
            <a:solidFill>
              <a:srgbClr val="0D13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63" name="Google Shape;2263;p195"/>
          <p:cNvCxnSpPr/>
          <p:nvPr/>
        </p:nvCxnSpPr>
        <p:spPr>
          <a:xfrm flipH="1">
            <a:off x="3628950" y="1979420"/>
            <a:ext cx="534600" cy="494100"/>
          </a:xfrm>
          <a:prstGeom prst="straightConnector1">
            <a:avLst/>
          </a:prstGeom>
          <a:noFill/>
          <a:ln cap="flat" cmpd="sng" w="22250">
            <a:solidFill>
              <a:srgbClr val="0D13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64" name="Google Shape;2264;p195"/>
          <p:cNvCxnSpPr/>
          <p:nvPr/>
        </p:nvCxnSpPr>
        <p:spPr>
          <a:xfrm>
            <a:off x="5013150" y="1987820"/>
            <a:ext cx="501900" cy="485700"/>
          </a:xfrm>
          <a:prstGeom prst="straightConnector1">
            <a:avLst/>
          </a:prstGeom>
          <a:noFill/>
          <a:ln cap="flat" cmpd="sng" w="22250">
            <a:solidFill>
              <a:srgbClr val="0D13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65" name="Google Shape;2265;p195"/>
          <p:cNvCxnSpPr/>
          <p:nvPr/>
        </p:nvCxnSpPr>
        <p:spPr>
          <a:xfrm rot="10800000">
            <a:off x="4858400" y="2020870"/>
            <a:ext cx="429300" cy="420900"/>
          </a:xfrm>
          <a:prstGeom prst="straightConnector1">
            <a:avLst/>
          </a:prstGeom>
          <a:noFill/>
          <a:ln cap="flat" cmpd="sng" w="22250">
            <a:solidFill>
              <a:srgbClr val="0D132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66" name="Google Shape;2266;p195"/>
          <p:cNvSpPr txBox="1"/>
          <p:nvPr>
            <p:ph type="title"/>
          </p:nvPr>
        </p:nvSpPr>
        <p:spPr>
          <a:xfrm>
            <a:off x="311700" y="286263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Subagents</a:t>
            </a:r>
            <a:endParaRPr/>
          </a:p>
        </p:txBody>
      </p:sp>
      <p:cxnSp>
        <p:nvCxnSpPr>
          <p:cNvPr id="2267" name="Google Shape;2267;p195"/>
          <p:cNvCxnSpPr/>
          <p:nvPr/>
        </p:nvCxnSpPr>
        <p:spPr>
          <a:xfrm flipH="1" rot="10800000">
            <a:off x="3873150" y="2029260"/>
            <a:ext cx="429300" cy="404100"/>
          </a:xfrm>
          <a:prstGeom prst="straightConnector1">
            <a:avLst/>
          </a:prstGeom>
          <a:noFill/>
          <a:ln cap="flat" cmpd="sng" w="22250">
            <a:solidFill>
              <a:srgbClr val="0D13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68" name="Google Shape;2268;p195"/>
          <p:cNvCxnSpPr>
            <a:endCxn id="2269" idx="0"/>
          </p:cNvCxnSpPr>
          <p:nvPr/>
        </p:nvCxnSpPr>
        <p:spPr>
          <a:xfrm>
            <a:off x="4572000" y="1979375"/>
            <a:ext cx="0" cy="1675500"/>
          </a:xfrm>
          <a:prstGeom prst="straightConnector1">
            <a:avLst/>
          </a:prstGeom>
          <a:noFill/>
          <a:ln cap="flat" cmpd="sng" w="28575">
            <a:solidFill>
              <a:srgbClr val="CDE8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69" name="Google Shape;2269;p195"/>
          <p:cNvSpPr/>
          <p:nvPr/>
        </p:nvSpPr>
        <p:spPr>
          <a:xfrm>
            <a:off x="3795600" y="3654875"/>
            <a:ext cx="1552800" cy="526500"/>
          </a:xfrm>
          <a:prstGeom prst="roundRect">
            <a:avLst>
              <a:gd fmla="val 16667" name="adj"/>
            </a:avLst>
          </a:prstGeom>
          <a:solidFill>
            <a:srgbClr val="CDE8FF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Mono"/>
                <a:ea typeface="IBM Plex Mono"/>
                <a:cs typeface="IBM Plex Mono"/>
                <a:sym typeface="IBM Plex Mono"/>
              </a:rPr>
              <a:t>output</a:t>
            </a:r>
            <a:endParaRPr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270" name="Google Shape;2270;p195"/>
          <p:cNvSpPr/>
          <p:nvPr/>
        </p:nvSpPr>
        <p:spPr>
          <a:xfrm>
            <a:off x="2655275" y="2473525"/>
            <a:ext cx="1508400" cy="443100"/>
          </a:xfrm>
          <a:prstGeom prst="roundRect">
            <a:avLst>
              <a:gd fmla="val 16667" name="adj"/>
            </a:avLst>
          </a:prstGeom>
          <a:solidFill>
            <a:srgbClr val="0D1322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35">
                <a:latin typeface="IBM Plex Mono"/>
                <a:ea typeface="IBM Plex Mono"/>
                <a:cs typeface="IBM Plex Mono"/>
                <a:sym typeface="IBM Plex Mono"/>
              </a:rPr>
              <a:t>Subagent A</a:t>
            </a:r>
            <a:endParaRPr sz="1535"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271" name="Google Shape;2271;p195"/>
          <p:cNvSpPr/>
          <p:nvPr/>
        </p:nvSpPr>
        <p:spPr>
          <a:xfrm>
            <a:off x="4920125" y="2481925"/>
            <a:ext cx="1508400" cy="443100"/>
          </a:xfrm>
          <a:prstGeom prst="roundRect">
            <a:avLst>
              <a:gd fmla="val 16667" name="adj"/>
            </a:avLst>
          </a:prstGeom>
          <a:solidFill>
            <a:srgbClr val="0D1322"/>
          </a:solidFill>
          <a:ln>
            <a:noFill/>
          </a:ln>
        </p:spPr>
        <p:txBody>
          <a:bodyPr anchorCtr="0" anchor="ctr" bIns="106775" lIns="106775" spcFirstLastPara="1" rIns="106775" wrap="square" tIns="10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35">
                <a:latin typeface="IBM Plex Mono"/>
                <a:ea typeface="IBM Plex Mono"/>
                <a:cs typeface="IBM Plex Mono"/>
                <a:sym typeface="IBM Plex Mono"/>
              </a:rPr>
              <a:t>Subagent B</a:t>
            </a:r>
            <a:endParaRPr sz="1535"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5" name="Shape 2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6" name="Google Shape;2276;p1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462" y="938125"/>
            <a:ext cx="7639075" cy="3824175"/>
          </a:xfrm>
          <a:prstGeom prst="rect">
            <a:avLst/>
          </a:prstGeom>
          <a:noFill/>
          <a:ln>
            <a:noFill/>
          </a:ln>
        </p:spPr>
      </p:pic>
      <p:sp>
        <p:nvSpPr>
          <p:cNvPr id="2277" name="Google Shape;2277;p196"/>
          <p:cNvSpPr txBox="1"/>
          <p:nvPr/>
        </p:nvSpPr>
        <p:spPr>
          <a:xfrm>
            <a:off x="1920125" y="185075"/>
            <a:ext cx="1604100" cy="6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Model</a:t>
            </a:r>
            <a:endParaRPr b="1" sz="330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278" name="Google Shape;2278;p196"/>
          <p:cNvSpPr txBox="1"/>
          <p:nvPr/>
        </p:nvSpPr>
        <p:spPr>
          <a:xfrm>
            <a:off x="5775825" y="185075"/>
            <a:ext cx="2257800" cy="6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Subagent</a:t>
            </a:r>
            <a:endParaRPr b="1" sz="330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2" name="Shape 2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3" name="Google Shape;2283;p1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462" y="938125"/>
            <a:ext cx="7639075" cy="3824175"/>
          </a:xfrm>
          <a:prstGeom prst="rect">
            <a:avLst/>
          </a:prstGeom>
          <a:noFill/>
          <a:ln>
            <a:noFill/>
          </a:ln>
        </p:spPr>
      </p:pic>
      <p:sp>
        <p:nvSpPr>
          <p:cNvPr id="2284" name="Google Shape;2284;p197"/>
          <p:cNvSpPr txBox="1"/>
          <p:nvPr/>
        </p:nvSpPr>
        <p:spPr>
          <a:xfrm>
            <a:off x="1920125" y="185075"/>
            <a:ext cx="1604100" cy="6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Model</a:t>
            </a:r>
            <a:endParaRPr b="1" sz="330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285" name="Google Shape;2285;p197"/>
          <p:cNvSpPr txBox="1"/>
          <p:nvPr/>
        </p:nvSpPr>
        <p:spPr>
          <a:xfrm>
            <a:off x="5775825" y="185075"/>
            <a:ext cx="2257800" cy="6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Subagent</a:t>
            </a:r>
            <a:endParaRPr b="1" sz="330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id="2286" name="Google Shape;2286;p197"/>
          <p:cNvPicPr preferRelativeResize="0"/>
          <p:nvPr/>
        </p:nvPicPr>
        <p:blipFill rotWithShape="1">
          <a:blip r:embed="rId4">
            <a:alphaModFix/>
          </a:blip>
          <a:srcRect b="0" l="18914" r="31996" t="0"/>
          <a:stretch/>
        </p:blipFill>
        <p:spPr>
          <a:xfrm>
            <a:off x="5135123" y="1032050"/>
            <a:ext cx="3255576" cy="3730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0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p198"/>
          <p:cNvSpPr txBox="1"/>
          <p:nvPr>
            <p:ph type="title"/>
          </p:nvPr>
        </p:nvSpPr>
        <p:spPr>
          <a:xfrm>
            <a:off x="311700" y="286275"/>
            <a:ext cx="4434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2FAFF"/>
                </a:solidFill>
              </a:rPr>
              <a:t>Why Deep Agents?</a:t>
            </a:r>
            <a:endParaRPr>
              <a:solidFill>
                <a:srgbClr val="F2FAFF"/>
              </a:solidFill>
            </a:endParaRPr>
          </a:p>
        </p:txBody>
      </p:sp>
      <p:sp>
        <p:nvSpPr>
          <p:cNvPr id="2292" name="Google Shape;2292;p198"/>
          <p:cNvSpPr/>
          <p:nvPr/>
        </p:nvSpPr>
        <p:spPr>
          <a:xfrm>
            <a:off x="446175" y="1216275"/>
            <a:ext cx="2624100" cy="3389400"/>
          </a:xfrm>
          <a:prstGeom prst="roundRect">
            <a:avLst>
              <a:gd fmla="val 4038" name="adj"/>
            </a:avLst>
          </a:prstGeom>
          <a:solidFill>
            <a:srgbClr val="030710"/>
          </a:solidFill>
          <a:ln cap="flat" cmpd="sng" w="9525">
            <a:solidFill>
              <a:srgbClr val="161F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293" name="Google Shape;2293;p198"/>
          <p:cNvSpPr/>
          <p:nvPr/>
        </p:nvSpPr>
        <p:spPr>
          <a:xfrm>
            <a:off x="3259950" y="1216275"/>
            <a:ext cx="2624100" cy="3389400"/>
          </a:xfrm>
          <a:prstGeom prst="roundRect">
            <a:avLst>
              <a:gd fmla="val 4038" name="adj"/>
            </a:avLst>
          </a:prstGeom>
          <a:solidFill>
            <a:srgbClr val="030710"/>
          </a:solidFill>
          <a:ln cap="flat" cmpd="sng" w="9525">
            <a:solidFill>
              <a:srgbClr val="161F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294" name="Google Shape;2294;p198"/>
          <p:cNvSpPr/>
          <p:nvPr/>
        </p:nvSpPr>
        <p:spPr>
          <a:xfrm>
            <a:off x="6073725" y="1216275"/>
            <a:ext cx="2624100" cy="3389400"/>
          </a:xfrm>
          <a:prstGeom prst="roundRect">
            <a:avLst>
              <a:gd fmla="val 4038" name="adj"/>
            </a:avLst>
          </a:prstGeom>
          <a:solidFill>
            <a:srgbClr val="0D1322"/>
          </a:solidFill>
          <a:ln cap="flat" cmpd="sng" w="9525">
            <a:solidFill>
              <a:srgbClr val="7F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295" name="Google Shape;2295;p198"/>
          <p:cNvSpPr txBox="1"/>
          <p:nvPr/>
        </p:nvSpPr>
        <p:spPr>
          <a:xfrm>
            <a:off x="601575" y="3041634"/>
            <a:ext cx="5844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6100" lIns="76100" spcFirstLastPara="1" rIns="76100" wrap="square" tIns="76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61F34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  <a:endParaRPr sz="2200">
              <a:solidFill>
                <a:srgbClr val="161F34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161F34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296" name="Google Shape;2296;p198"/>
          <p:cNvSpPr txBox="1"/>
          <p:nvPr/>
        </p:nvSpPr>
        <p:spPr>
          <a:xfrm>
            <a:off x="601575" y="3493375"/>
            <a:ext cx="2313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76100" lIns="76100" spcFirstLastPara="1" rIns="76100" wrap="square" tIns="76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61F34"/>
                </a:solidFill>
                <a:latin typeface="Inter Tight"/>
                <a:ea typeface="Inter Tight"/>
                <a:cs typeface="Inter Tight"/>
                <a:sym typeface="Inter Tight"/>
              </a:rPr>
              <a:t>Provider agnostic</a:t>
            </a:r>
            <a:endParaRPr sz="2200">
              <a:solidFill>
                <a:srgbClr val="161F34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161F34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297" name="Google Shape;2297;p198"/>
          <p:cNvSpPr txBox="1"/>
          <p:nvPr/>
        </p:nvSpPr>
        <p:spPr>
          <a:xfrm>
            <a:off x="3415350" y="3041634"/>
            <a:ext cx="5844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6100" lIns="76100" spcFirstLastPara="1" rIns="76100" wrap="square" tIns="76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61F34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  <a:endParaRPr sz="2200">
              <a:solidFill>
                <a:srgbClr val="161F34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161F34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298" name="Google Shape;2298;p198"/>
          <p:cNvSpPr txBox="1"/>
          <p:nvPr/>
        </p:nvSpPr>
        <p:spPr>
          <a:xfrm>
            <a:off x="3415350" y="3493375"/>
            <a:ext cx="2313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76100" lIns="76100" spcFirstLastPara="1" rIns="76100" wrap="square" tIns="76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61F34"/>
                </a:solidFill>
                <a:latin typeface="Inter Tight"/>
                <a:ea typeface="Inter Tight"/>
                <a:cs typeface="Inter Tight"/>
                <a:sym typeface="Inter Tight"/>
              </a:rPr>
              <a:t>Highly customizable</a:t>
            </a:r>
            <a:endParaRPr sz="2200">
              <a:solidFill>
                <a:srgbClr val="161F34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161F34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299" name="Google Shape;2299;p198"/>
          <p:cNvSpPr txBox="1"/>
          <p:nvPr/>
        </p:nvSpPr>
        <p:spPr>
          <a:xfrm>
            <a:off x="6229125" y="2985609"/>
            <a:ext cx="5844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6100" lIns="76100" spcFirstLastPara="1" rIns="76100" wrap="square" tIns="76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7FC8FF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  <a:endParaRPr sz="2200">
              <a:solidFill>
                <a:srgbClr val="7FC8FF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7FC8FF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300" name="Google Shape;2300;p198"/>
          <p:cNvSpPr txBox="1"/>
          <p:nvPr/>
        </p:nvSpPr>
        <p:spPr>
          <a:xfrm>
            <a:off x="6229125" y="3437350"/>
            <a:ext cx="2313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76100" lIns="76100" spcFirstLastPara="1" rIns="76100" wrap="square" tIns="76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7FC8FF"/>
                </a:solidFill>
                <a:latin typeface="Inter Tight"/>
                <a:ea typeface="Inter Tight"/>
                <a:cs typeface="Inter Tight"/>
                <a:sym typeface="Inter Tight"/>
              </a:rPr>
              <a:t>Production ready</a:t>
            </a:r>
            <a:endParaRPr sz="2200">
              <a:solidFill>
                <a:srgbClr val="7FC8FF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7FC8FF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4" name="Shape 2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5" name="Google Shape;2305;p199"/>
          <p:cNvSpPr txBox="1"/>
          <p:nvPr>
            <p:ph type="title"/>
          </p:nvPr>
        </p:nvSpPr>
        <p:spPr>
          <a:xfrm>
            <a:off x="311700" y="286275"/>
            <a:ext cx="705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80C7FF"/>
                </a:solidFill>
              </a:rPr>
              <a:t>Challenges with deploying an agent:</a:t>
            </a:r>
            <a:endParaRPr>
              <a:solidFill>
                <a:srgbClr val="80C7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0C7FF"/>
              </a:solidFill>
            </a:endParaRPr>
          </a:p>
        </p:txBody>
      </p:sp>
      <p:pic>
        <p:nvPicPr>
          <p:cNvPr id="2306" name="Google Shape;2306;p199" title="Group 214723894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713" y="1035727"/>
            <a:ext cx="8374574" cy="381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0" name="Shape 2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1" name="Google Shape;2311;p200"/>
          <p:cNvSpPr txBox="1"/>
          <p:nvPr>
            <p:ph type="title"/>
          </p:nvPr>
        </p:nvSpPr>
        <p:spPr>
          <a:xfrm>
            <a:off x="2035500" y="2313650"/>
            <a:ext cx="5073000" cy="73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80C7FF"/>
                </a:solidFill>
              </a:rPr>
              <a:t>Managed Deep Agents</a:t>
            </a:r>
            <a:endParaRPr>
              <a:solidFill>
                <a:srgbClr val="80C7FF"/>
              </a:solidFill>
            </a:endParaRPr>
          </a:p>
        </p:txBody>
      </p:sp>
      <p:sp>
        <p:nvSpPr>
          <p:cNvPr id="2312" name="Google Shape;2312;p200"/>
          <p:cNvSpPr txBox="1"/>
          <p:nvPr>
            <p:ph idx="4294967295" type="subTitle"/>
          </p:nvPr>
        </p:nvSpPr>
        <p:spPr>
          <a:xfrm>
            <a:off x="2924175" y="1951363"/>
            <a:ext cx="3181800" cy="6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80C7FF"/>
                </a:solidFill>
              </a:rPr>
              <a:t>Introducing</a:t>
            </a:r>
            <a:endParaRPr>
              <a:solidFill>
                <a:srgbClr val="80C7FF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7" name="Shape 2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8" name="Google Shape;2318;p201"/>
          <p:cNvSpPr/>
          <p:nvPr/>
        </p:nvSpPr>
        <p:spPr>
          <a:xfrm>
            <a:off x="5221750" y="1432175"/>
            <a:ext cx="2763300" cy="3232200"/>
          </a:xfrm>
          <a:prstGeom prst="roundRect">
            <a:avLst>
              <a:gd fmla="val 4846" name="adj"/>
            </a:avLst>
          </a:prstGeom>
          <a:solidFill>
            <a:srgbClr val="5F93C0"/>
          </a:solidFill>
          <a:ln cap="flat" cmpd="sng" w="176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4825" lIns="84825" spcFirstLastPara="1" rIns="84825" wrap="square" tIns="84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0"/>
              <a:buFont typeface="Arial"/>
              <a:buNone/>
            </a:pPr>
            <a:r>
              <a:rPr lang="en" sz="1299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New, related products</a:t>
            </a:r>
            <a:endParaRPr sz="1299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99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319" name="Google Shape;2319;p201"/>
          <p:cNvSpPr txBox="1"/>
          <p:nvPr/>
        </p:nvSpPr>
        <p:spPr>
          <a:xfrm>
            <a:off x="289700" y="248600"/>
            <a:ext cx="6813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Build -&gt; Test -&gt; </a:t>
            </a:r>
            <a:r>
              <a:rPr lang="en" sz="1800">
                <a:solidFill>
                  <a:srgbClr val="80C7FF"/>
                </a:solidFill>
                <a:latin typeface="Inter Tight Medium"/>
                <a:ea typeface="Inter Tight Medium"/>
                <a:cs typeface="Inter Tight Medium"/>
                <a:sym typeface="Inter Tight Medium"/>
              </a:rPr>
              <a:t>Deploy</a:t>
            </a:r>
            <a:r>
              <a:rPr lang="en" sz="18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 -&gt; Monitor</a:t>
            </a:r>
            <a:endParaRPr sz="18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320" name="Google Shape;2320;p201"/>
          <p:cNvSpPr/>
          <p:nvPr/>
        </p:nvSpPr>
        <p:spPr>
          <a:xfrm>
            <a:off x="357200" y="1432075"/>
            <a:ext cx="2979000" cy="3232200"/>
          </a:xfrm>
          <a:prstGeom prst="roundRect">
            <a:avLst>
              <a:gd fmla="val 4846" name="adj"/>
            </a:avLst>
          </a:prstGeom>
          <a:solidFill>
            <a:srgbClr val="5F93C0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Deployments</a:t>
            </a:r>
            <a:endParaRPr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321" name="Google Shape;2321;p201"/>
          <p:cNvSpPr/>
          <p:nvPr/>
        </p:nvSpPr>
        <p:spPr>
          <a:xfrm>
            <a:off x="449150" y="2211708"/>
            <a:ext cx="2795100" cy="2023200"/>
          </a:xfrm>
          <a:prstGeom prst="roundRect">
            <a:avLst>
              <a:gd fmla="val 6013" name="adj"/>
            </a:avLst>
          </a:prstGeom>
          <a:solidFill>
            <a:srgbClr val="B2DEF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IBM Plex Mono"/>
                <a:ea typeface="IBM Plex Mono"/>
                <a:cs typeface="IBM Plex Mono"/>
                <a:sym typeface="IBM Plex Mono"/>
              </a:rPr>
              <a:t>langchain / langgraph / deep agents</a:t>
            </a:r>
            <a:endParaRPr sz="900"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322" name="Google Shape;2322;p201"/>
          <p:cNvSpPr/>
          <p:nvPr/>
        </p:nvSpPr>
        <p:spPr>
          <a:xfrm>
            <a:off x="5306940" y="1883327"/>
            <a:ext cx="2592900" cy="542100"/>
          </a:xfrm>
          <a:prstGeom prst="roundRect">
            <a:avLst>
              <a:gd fmla="val 16667" name="adj"/>
            </a:avLst>
          </a:prstGeom>
          <a:solidFill>
            <a:srgbClr val="B2DEFF"/>
          </a:solidFill>
          <a:ln cap="flat" cmpd="sng" w="124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9675" lIns="119675" spcFirstLastPara="1" rIns="119675" wrap="square" tIns="119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99">
                <a:latin typeface="Inter Tight"/>
                <a:ea typeface="Inter Tight"/>
                <a:cs typeface="Inter Tight"/>
                <a:sym typeface="Inter Tight"/>
              </a:rPr>
              <a:t>Sandboxes</a:t>
            </a:r>
            <a:endParaRPr sz="1299">
              <a:latin typeface="Inter Tight"/>
              <a:ea typeface="Inter Tight"/>
              <a:cs typeface="Inter Tight"/>
              <a:sym typeface="Inter Tight"/>
            </a:endParaRPr>
          </a:p>
        </p:txBody>
      </p:sp>
      <p:grpSp>
        <p:nvGrpSpPr>
          <p:cNvPr id="2323" name="Google Shape;2323;p201"/>
          <p:cNvGrpSpPr/>
          <p:nvPr/>
        </p:nvGrpSpPr>
        <p:grpSpPr>
          <a:xfrm>
            <a:off x="555885" y="2550645"/>
            <a:ext cx="2562000" cy="1398375"/>
            <a:chOff x="555885" y="2775425"/>
            <a:chExt cx="2562000" cy="1398375"/>
          </a:xfrm>
        </p:grpSpPr>
        <p:sp>
          <p:nvSpPr>
            <p:cNvPr id="2324" name="Google Shape;2324;p201"/>
            <p:cNvSpPr/>
            <p:nvPr/>
          </p:nvSpPr>
          <p:spPr>
            <a:xfrm>
              <a:off x="555885" y="3142550"/>
              <a:ext cx="2562000" cy="297000"/>
            </a:xfrm>
            <a:prstGeom prst="roundRect">
              <a:avLst>
                <a:gd fmla="val 16667" name="adj"/>
              </a:avLst>
            </a:prstGeom>
            <a:solidFill>
              <a:srgbClr val="F2FA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Inter Tight"/>
                  <a:ea typeface="Inter Tight"/>
                  <a:cs typeface="Inter Tight"/>
                  <a:sym typeface="Inter Tight"/>
                </a:rPr>
                <a:t>Model</a:t>
              </a:r>
              <a:endParaRPr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25" name="Google Shape;2325;p201"/>
            <p:cNvSpPr/>
            <p:nvPr/>
          </p:nvSpPr>
          <p:spPr>
            <a:xfrm>
              <a:off x="555885" y="3509675"/>
              <a:ext cx="2562000" cy="297000"/>
            </a:xfrm>
            <a:prstGeom prst="roundRect">
              <a:avLst>
                <a:gd fmla="val 16667" name="adj"/>
              </a:avLst>
            </a:prstGeom>
            <a:solidFill>
              <a:srgbClr val="F2FA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Inter Tight"/>
                  <a:ea typeface="Inter Tight"/>
                  <a:cs typeface="Inter Tight"/>
                  <a:sym typeface="Inter Tight"/>
                </a:rPr>
                <a:t>Tools</a:t>
              </a:r>
              <a:endParaRPr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26" name="Google Shape;2326;p201"/>
            <p:cNvSpPr/>
            <p:nvPr/>
          </p:nvSpPr>
          <p:spPr>
            <a:xfrm>
              <a:off x="555885" y="3876800"/>
              <a:ext cx="2562000" cy="297000"/>
            </a:xfrm>
            <a:prstGeom prst="roundRect">
              <a:avLst>
                <a:gd fmla="val 16667" name="adj"/>
              </a:avLst>
            </a:prstGeom>
            <a:solidFill>
              <a:srgbClr val="F2FA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Inter Tight"/>
                  <a:ea typeface="Inter Tight"/>
                  <a:cs typeface="Inter Tight"/>
                  <a:sym typeface="Inter Tight"/>
                </a:rPr>
                <a:t>Context</a:t>
              </a:r>
              <a:endParaRPr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27" name="Google Shape;2327;p201"/>
            <p:cNvSpPr/>
            <p:nvPr/>
          </p:nvSpPr>
          <p:spPr>
            <a:xfrm>
              <a:off x="555885" y="2775425"/>
              <a:ext cx="2562000" cy="297000"/>
            </a:xfrm>
            <a:prstGeom prst="roundRect">
              <a:avLst>
                <a:gd fmla="val 16667" name="adj"/>
              </a:avLst>
            </a:prstGeom>
            <a:solidFill>
              <a:srgbClr val="F2FA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Inter Tight"/>
                  <a:ea typeface="Inter Tight"/>
                  <a:cs typeface="Inter Tight"/>
                  <a:sym typeface="Inter Tight"/>
                </a:rPr>
                <a:t>Code Execution</a:t>
              </a:r>
              <a:endParaRPr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2328" name="Google Shape;2328;p201"/>
          <p:cNvSpPr/>
          <p:nvPr/>
        </p:nvSpPr>
        <p:spPr>
          <a:xfrm>
            <a:off x="5306940" y="2595940"/>
            <a:ext cx="2592900" cy="542100"/>
          </a:xfrm>
          <a:prstGeom prst="roundRect">
            <a:avLst>
              <a:gd fmla="val 16667" name="adj"/>
            </a:avLst>
          </a:prstGeom>
          <a:solidFill>
            <a:srgbClr val="B2DEFF"/>
          </a:solidFill>
          <a:ln cap="flat" cmpd="sng" w="124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9675" lIns="119675" spcFirstLastPara="1" rIns="119675" wrap="square" tIns="119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99">
                <a:latin typeface="Inter Tight"/>
                <a:ea typeface="Inter Tight"/>
                <a:cs typeface="Inter Tight"/>
                <a:sym typeface="Inter Tight"/>
              </a:rPr>
              <a:t>LLM Gateway</a:t>
            </a:r>
            <a:endParaRPr sz="1299"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329" name="Google Shape;2329;p201"/>
          <p:cNvSpPr/>
          <p:nvPr/>
        </p:nvSpPr>
        <p:spPr>
          <a:xfrm>
            <a:off x="5306940" y="3308554"/>
            <a:ext cx="2592900" cy="542100"/>
          </a:xfrm>
          <a:prstGeom prst="roundRect">
            <a:avLst>
              <a:gd fmla="val 16667" name="adj"/>
            </a:avLst>
          </a:prstGeom>
          <a:solidFill>
            <a:srgbClr val="B2DEFF"/>
          </a:solidFill>
          <a:ln cap="flat" cmpd="sng" w="124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9675" lIns="119675" spcFirstLastPara="1" rIns="119675" wrap="square" tIns="119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99">
                <a:latin typeface="Inter Tight"/>
                <a:ea typeface="Inter Tight"/>
                <a:cs typeface="Inter Tight"/>
                <a:sym typeface="Inter Tight"/>
              </a:rPr>
              <a:t>Tool Server*</a:t>
            </a:r>
            <a:endParaRPr sz="1299"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330" name="Google Shape;2330;p201"/>
          <p:cNvSpPr/>
          <p:nvPr/>
        </p:nvSpPr>
        <p:spPr>
          <a:xfrm>
            <a:off x="5306940" y="4021167"/>
            <a:ext cx="2592900" cy="542100"/>
          </a:xfrm>
          <a:prstGeom prst="roundRect">
            <a:avLst>
              <a:gd fmla="val 16667" name="adj"/>
            </a:avLst>
          </a:prstGeom>
          <a:solidFill>
            <a:srgbClr val="B2DEFF"/>
          </a:solidFill>
          <a:ln cap="flat" cmpd="sng" w="124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9675" lIns="119675" spcFirstLastPara="1" rIns="119675" wrap="square" tIns="119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99">
                <a:latin typeface="Inter Tight"/>
                <a:ea typeface="Inter Tight"/>
                <a:cs typeface="Inter Tight"/>
                <a:sym typeface="Inter Tight"/>
              </a:rPr>
              <a:t>Context Hub</a:t>
            </a:r>
            <a:endParaRPr sz="1299">
              <a:latin typeface="Inter Tight"/>
              <a:ea typeface="Inter Tight"/>
              <a:cs typeface="Inter Tight"/>
              <a:sym typeface="Inter Tight"/>
            </a:endParaRPr>
          </a:p>
        </p:txBody>
      </p:sp>
      <p:cxnSp>
        <p:nvCxnSpPr>
          <p:cNvPr id="2331" name="Google Shape;2331;p201"/>
          <p:cNvCxnSpPr>
            <a:stCxn id="2327" idx="3"/>
            <a:endCxn id="2322" idx="1"/>
          </p:cNvCxnSpPr>
          <p:nvPr/>
        </p:nvCxnSpPr>
        <p:spPr>
          <a:xfrm flipH="1" rot="10800000">
            <a:off x="3117885" y="2154345"/>
            <a:ext cx="2189100" cy="544800"/>
          </a:xfrm>
          <a:prstGeom prst="straightConnector1">
            <a:avLst/>
          </a:prstGeom>
          <a:noFill/>
          <a:ln cap="flat" cmpd="sng" w="19050">
            <a:solidFill>
              <a:srgbClr val="C5E0F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2" name="Google Shape;2332;p201"/>
          <p:cNvCxnSpPr>
            <a:stCxn id="2324" idx="3"/>
            <a:endCxn id="2328" idx="1"/>
          </p:cNvCxnSpPr>
          <p:nvPr/>
        </p:nvCxnSpPr>
        <p:spPr>
          <a:xfrm flipH="1" rot="10800000">
            <a:off x="3117885" y="2867070"/>
            <a:ext cx="2189100" cy="199200"/>
          </a:xfrm>
          <a:prstGeom prst="straightConnector1">
            <a:avLst/>
          </a:prstGeom>
          <a:noFill/>
          <a:ln cap="flat" cmpd="sng" w="19050">
            <a:solidFill>
              <a:srgbClr val="C5E0F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3" name="Google Shape;2333;p201"/>
          <p:cNvCxnSpPr>
            <a:stCxn id="2325" idx="3"/>
            <a:endCxn id="2329" idx="1"/>
          </p:cNvCxnSpPr>
          <p:nvPr/>
        </p:nvCxnSpPr>
        <p:spPr>
          <a:xfrm>
            <a:off x="3117885" y="3433395"/>
            <a:ext cx="2189100" cy="146100"/>
          </a:xfrm>
          <a:prstGeom prst="straightConnector1">
            <a:avLst/>
          </a:prstGeom>
          <a:noFill/>
          <a:ln cap="flat" cmpd="sng" w="19050">
            <a:solidFill>
              <a:srgbClr val="C5E0F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4" name="Google Shape;2334;p201"/>
          <p:cNvCxnSpPr>
            <a:stCxn id="2326" idx="3"/>
            <a:endCxn id="2330" idx="1"/>
          </p:cNvCxnSpPr>
          <p:nvPr/>
        </p:nvCxnSpPr>
        <p:spPr>
          <a:xfrm>
            <a:off x="3117885" y="3800520"/>
            <a:ext cx="2189100" cy="491700"/>
          </a:xfrm>
          <a:prstGeom prst="straightConnector1">
            <a:avLst/>
          </a:prstGeom>
          <a:noFill/>
          <a:ln cap="flat" cmpd="sng" w="19050">
            <a:solidFill>
              <a:srgbClr val="C5E0F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35" name="Google Shape;2335;p201"/>
          <p:cNvSpPr/>
          <p:nvPr/>
        </p:nvSpPr>
        <p:spPr>
          <a:xfrm>
            <a:off x="5346465" y="3850642"/>
            <a:ext cx="2763300" cy="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42">
                <a:solidFill>
                  <a:srgbClr val="2F4B68"/>
                </a:solidFill>
                <a:latin typeface="Inter Tight"/>
                <a:ea typeface="Inter Tight"/>
                <a:cs typeface="Inter Tight"/>
                <a:sym typeface="Inter Tight"/>
              </a:rPr>
              <a:t>* in development</a:t>
            </a:r>
            <a:endParaRPr i="1" sz="742">
              <a:solidFill>
                <a:srgbClr val="2F4B68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336" name="Google Shape;2336;p201"/>
          <p:cNvSpPr/>
          <p:nvPr/>
        </p:nvSpPr>
        <p:spPr>
          <a:xfrm>
            <a:off x="357200" y="732425"/>
            <a:ext cx="6440700" cy="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3C3C"/>
              </a:buClr>
              <a:buSzPts val="3600"/>
              <a:buFont typeface="Manrope"/>
              <a:buNone/>
            </a:pPr>
            <a:r>
              <a:rPr lang="en" sz="3300">
                <a:solidFill>
                  <a:srgbClr val="FBFBFB"/>
                </a:solidFill>
                <a:latin typeface="Inter Tight"/>
                <a:ea typeface="Inter Tight"/>
                <a:cs typeface="Inter Tight"/>
                <a:sym typeface="Inter Tight"/>
              </a:rPr>
              <a:t>An entire runtime environment</a:t>
            </a:r>
            <a:endParaRPr b="0" i="0" sz="2100" u="none" cap="none" strike="noStrike">
              <a:solidFill>
                <a:srgbClr val="FBFBF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1" name="Shape 2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2" name="Google Shape;2342;p202"/>
          <p:cNvSpPr/>
          <p:nvPr/>
        </p:nvSpPr>
        <p:spPr>
          <a:xfrm>
            <a:off x="223850" y="859250"/>
            <a:ext cx="8190900" cy="4001400"/>
          </a:xfrm>
          <a:prstGeom prst="roundRect">
            <a:avLst>
              <a:gd fmla="val 4846" name="adj"/>
            </a:avLst>
          </a:prstGeom>
          <a:gradFill>
            <a:gsLst>
              <a:gs pos="0">
                <a:schemeClr val="dk1"/>
              </a:gs>
              <a:gs pos="29000">
                <a:schemeClr val="dk1"/>
              </a:gs>
              <a:gs pos="71000">
                <a:srgbClr val="5482AA"/>
              </a:gs>
              <a:gs pos="100000">
                <a:srgbClr val="669FCE"/>
              </a:gs>
            </a:gsLst>
            <a:lin ang="16200038" scaled="0"/>
          </a:gradFill>
          <a:ln cap="flat" cmpd="sng" w="19050">
            <a:solidFill>
              <a:srgbClr val="FBFB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Managed Deep Agents</a:t>
            </a:r>
            <a:endParaRPr b="1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343" name="Google Shape;2343;p202"/>
          <p:cNvSpPr/>
          <p:nvPr/>
        </p:nvSpPr>
        <p:spPr>
          <a:xfrm>
            <a:off x="5221750" y="1432175"/>
            <a:ext cx="2763300" cy="3232200"/>
          </a:xfrm>
          <a:prstGeom prst="roundRect">
            <a:avLst>
              <a:gd fmla="val 4846" name="adj"/>
            </a:avLst>
          </a:prstGeom>
          <a:solidFill>
            <a:srgbClr val="5F93C0"/>
          </a:solidFill>
          <a:ln cap="flat" cmpd="sng" w="176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4825" lIns="84825" spcFirstLastPara="1" rIns="84825" wrap="square" tIns="84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0"/>
              <a:buFont typeface="Arial"/>
              <a:buNone/>
            </a:pPr>
            <a:r>
              <a:rPr lang="en" sz="1299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New, related products</a:t>
            </a:r>
            <a:endParaRPr sz="1299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99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344" name="Google Shape;2344;p202"/>
          <p:cNvSpPr txBox="1"/>
          <p:nvPr/>
        </p:nvSpPr>
        <p:spPr>
          <a:xfrm>
            <a:off x="289700" y="248600"/>
            <a:ext cx="6813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Build -&gt; Test -&gt; </a:t>
            </a:r>
            <a:r>
              <a:rPr lang="en" sz="1800">
                <a:solidFill>
                  <a:srgbClr val="80C7FF"/>
                </a:solidFill>
                <a:latin typeface="Inter Tight Medium"/>
                <a:ea typeface="Inter Tight Medium"/>
                <a:cs typeface="Inter Tight Medium"/>
                <a:sym typeface="Inter Tight Medium"/>
              </a:rPr>
              <a:t>Deploy</a:t>
            </a:r>
            <a:r>
              <a:rPr lang="en" sz="18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 -&gt; Monitor</a:t>
            </a:r>
            <a:endParaRPr sz="18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345" name="Google Shape;2345;p202"/>
          <p:cNvSpPr/>
          <p:nvPr/>
        </p:nvSpPr>
        <p:spPr>
          <a:xfrm>
            <a:off x="357200" y="1432075"/>
            <a:ext cx="2979000" cy="3232200"/>
          </a:xfrm>
          <a:prstGeom prst="roundRect">
            <a:avLst>
              <a:gd fmla="val 4846" name="adj"/>
            </a:avLst>
          </a:prstGeom>
          <a:solidFill>
            <a:srgbClr val="5F93C0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Deployments</a:t>
            </a:r>
            <a:endParaRPr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346" name="Google Shape;2346;p202"/>
          <p:cNvSpPr/>
          <p:nvPr/>
        </p:nvSpPr>
        <p:spPr>
          <a:xfrm>
            <a:off x="449150" y="2211708"/>
            <a:ext cx="2795100" cy="2023200"/>
          </a:xfrm>
          <a:prstGeom prst="roundRect">
            <a:avLst>
              <a:gd fmla="val 6013" name="adj"/>
            </a:avLst>
          </a:prstGeom>
          <a:solidFill>
            <a:srgbClr val="B2DEF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IBM Plex Mono"/>
                <a:ea typeface="IBM Plex Mono"/>
                <a:cs typeface="IBM Plex Mono"/>
                <a:sym typeface="IBM Plex Mono"/>
              </a:rPr>
              <a:t>langchain / langgraph / deep agents</a:t>
            </a:r>
            <a:endParaRPr sz="900"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347" name="Google Shape;2347;p202"/>
          <p:cNvSpPr/>
          <p:nvPr/>
        </p:nvSpPr>
        <p:spPr>
          <a:xfrm>
            <a:off x="5306940" y="1883327"/>
            <a:ext cx="2592900" cy="542100"/>
          </a:xfrm>
          <a:prstGeom prst="roundRect">
            <a:avLst>
              <a:gd fmla="val 16667" name="adj"/>
            </a:avLst>
          </a:prstGeom>
          <a:solidFill>
            <a:srgbClr val="B2DEFF"/>
          </a:solidFill>
          <a:ln cap="flat" cmpd="sng" w="124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9675" lIns="119675" spcFirstLastPara="1" rIns="119675" wrap="square" tIns="119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99">
                <a:latin typeface="Inter Tight"/>
                <a:ea typeface="Inter Tight"/>
                <a:cs typeface="Inter Tight"/>
                <a:sym typeface="Inter Tight"/>
              </a:rPr>
              <a:t>Sandboxes</a:t>
            </a:r>
            <a:endParaRPr sz="1299">
              <a:latin typeface="Inter Tight"/>
              <a:ea typeface="Inter Tight"/>
              <a:cs typeface="Inter Tight"/>
              <a:sym typeface="Inter Tight"/>
            </a:endParaRPr>
          </a:p>
        </p:txBody>
      </p:sp>
      <p:grpSp>
        <p:nvGrpSpPr>
          <p:cNvPr id="2348" name="Google Shape;2348;p202"/>
          <p:cNvGrpSpPr/>
          <p:nvPr/>
        </p:nvGrpSpPr>
        <p:grpSpPr>
          <a:xfrm>
            <a:off x="555885" y="2550645"/>
            <a:ext cx="2562000" cy="1398375"/>
            <a:chOff x="555885" y="2775425"/>
            <a:chExt cx="2562000" cy="1398375"/>
          </a:xfrm>
        </p:grpSpPr>
        <p:sp>
          <p:nvSpPr>
            <p:cNvPr id="2349" name="Google Shape;2349;p202"/>
            <p:cNvSpPr/>
            <p:nvPr/>
          </p:nvSpPr>
          <p:spPr>
            <a:xfrm>
              <a:off x="555885" y="3142550"/>
              <a:ext cx="2562000" cy="297000"/>
            </a:xfrm>
            <a:prstGeom prst="roundRect">
              <a:avLst>
                <a:gd fmla="val 16667" name="adj"/>
              </a:avLst>
            </a:prstGeom>
            <a:solidFill>
              <a:srgbClr val="F2FA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Inter Tight"/>
                  <a:ea typeface="Inter Tight"/>
                  <a:cs typeface="Inter Tight"/>
                  <a:sym typeface="Inter Tight"/>
                </a:rPr>
                <a:t>Model</a:t>
              </a:r>
              <a:endParaRPr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50" name="Google Shape;2350;p202"/>
            <p:cNvSpPr/>
            <p:nvPr/>
          </p:nvSpPr>
          <p:spPr>
            <a:xfrm>
              <a:off x="555885" y="3509675"/>
              <a:ext cx="2562000" cy="297000"/>
            </a:xfrm>
            <a:prstGeom prst="roundRect">
              <a:avLst>
                <a:gd fmla="val 16667" name="adj"/>
              </a:avLst>
            </a:prstGeom>
            <a:solidFill>
              <a:srgbClr val="F2FA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Inter Tight"/>
                  <a:ea typeface="Inter Tight"/>
                  <a:cs typeface="Inter Tight"/>
                  <a:sym typeface="Inter Tight"/>
                </a:rPr>
                <a:t>Tools</a:t>
              </a:r>
              <a:endParaRPr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51" name="Google Shape;2351;p202"/>
            <p:cNvSpPr/>
            <p:nvPr/>
          </p:nvSpPr>
          <p:spPr>
            <a:xfrm>
              <a:off x="555885" y="3876800"/>
              <a:ext cx="2562000" cy="297000"/>
            </a:xfrm>
            <a:prstGeom prst="roundRect">
              <a:avLst>
                <a:gd fmla="val 16667" name="adj"/>
              </a:avLst>
            </a:prstGeom>
            <a:solidFill>
              <a:srgbClr val="F2FA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Inter Tight"/>
                  <a:ea typeface="Inter Tight"/>
                  <a:cs typeface="Inter Tight"/>
                  <a:sym typeface="Inter Tight"/>
                </a:rPr>
                <a:t>Context</a:t>
              </a:r>
              <a:endParaRPr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52" name="Google Shape;2352;p202"/>
            <p:cNvSpPr/>
            <p:nvPr/>
          </p:nvSpPr>
          <p:spPr>
            <a:xfrm>
              <a:off x="555885" y="2775425"/>
              <a:ext cx="2562000" cy="297000"/>
            </a:xfrm>
            <a:prstGeom prst="roundRect">
              <a:avLst>
                <a:gd fmla="val 16667" name="adj"/>
              </a:avLst>
            </a:prstGeom>
            <a:solidFill>
              <a:srgbClr val="F2FA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Inter Tight"/>
                  <a:ea typeface="Inter Tight"/>
                  <a:cs typeface="Inter Tight"/>
                  <a:sym typeface="Inter Tight"/>
                </a:rPr>
                <a:t>Code Execution</a:t>
              </a:r>
              <a:endParaRPr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2353" name="Google Shape;2353;p202"/>
          <p:cNvSpPr/>
          <p:nvPr/>
        </p:nvSpPr>
        <p:spPr>
          <a:xfrm>
            <a:off x="5306940" y="2595940"/>
            <a:ext cx="2592900" cy="542100"/>
          </a:xfrm>
          <a:prstGeom prst="roundRect">
            <a:avLst>
              <a:gd fmla="val 16667" name="adj"/>
            </a:avLst>
          </a:prstGeom>
          <a:solidFill>
            <a:srgbClr val="B2DEFF"/>
          </a:solidFill>
          <a:ln cap="flat" cmpd="sng" w="124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9675" lIns="119675" spcFirstLastPara="1" rIns="119675" wrap="square" tIns="119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99">
                <a:latin typeface="Inter Tight"/>
                <a:ea typeface="Inter Tight"/>
                <a:cs typeface="Inter Tight"/>
                <a:sym typeface="Inter Tight"/>
              </a:rPr>
              <a:t>LLM Gateway</a:t>
            </a:r>
            <a:endParaRPr sz="1299"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354" name="Google Shape;2354;p202"/>
          <p:cNvSpPr/>
          <p:nvPr/>
        </p:nvSpPr>
        <p:spPr>
          <a:xfrm>
            <a:off x="5306940" y="3308554"/>
            <a:ext cx="2592900" cy="542100"/>
          </a:xfrm>
          <a:prstGeom prst="roundRect">
            <a:avLst>
              <a:gd fmla="val 16667" name="adj"/>
            </a:avLst>
          </a:prstGeom>
          <a:solidFill>
            <a:srgbClr val="B2DEFF"/>
          </a:solidFill>
          <a:ln cap="flat" cmpd="sng" w="124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9675" lIns="119675" spcFirstLastPara="1" rIns="119675" wrap="square" tIns="119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99">
                <a:latin typeface="Inter Tight"/>
                <a:ea typeface="Inter Tight"/>
                <a:cs typeface="Inter Tight"/>
                <a:sym typeface="Inter Tight"/>
              </a:rPr>
              <a:t>Tool Server*</a:t>
            </a:r>
            <a:endParaRPr sz="1299"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355" name="Google Shape;2355;p202"/>
          <p:cNvSpPr/>
          <p:nvPr/>
        </p:nvSpPr>
        <p:spPr>
          <a:xfrm>
            <a:off x="5306940" y="4021167"/>
            <a:ext cx="2592900" cy="542100"/>
          </a:xfrm>
          <a:prstGeom prst="roundRect">
            <a:avLst>
              <a:gd fmla="val 16667" name="adj"/>
            </a:avLst>
          </a:prstGeom>
          <a:solidFill>
            <a:srgbClr val="B2DEFF"/>
          </a:solidFill>
          <a:ln cap="flat" cmpd="sng" w="124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9675" lIns="119675" spcFirstLastPara="1" rIns="119675" wrap="square" tIns="119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99">
                <a:latin typeface="Inter Tight"/>
                <a:ea typeface="Inter Tight"/>
                <a:cs typeface="Inter Tight"/>
                <a:sym typeface="Inter Tight"/>
              </a:rPr>
              <a:t>Context Hub</a:t>
            </a:r>
            <a:endParaRPr sz="1299">
              <a:latin typeface="Inter Tight"/>
              <a:ea typeface="Inter Tight"/>
              <a:cs typeface="Inter Tight"/>
              <a:sym typeface="Inter Tight"/>
            </a:endParaRPr>
          </a:p>
        </p:txBody>
      </p:sp>
      <p:cxnSp>
        <p:nvCxnSpPr>
          <p:cNvPr id="2356" name="Google Shape;2356;p202"/>
          <p:cNvCxnSpPr>
            <a:stCxn id="2352" idx="3"/>
            <a:endCxn id="2347" idx="1"/>
          </p:cNvCxnSpPr>
          <p:nvPr/>
        </p:nvCxnSpPr>
        <p:spPr>
          <a:xfrm flipH="1" rot="10800000">
            <a:off x="3117885" y="2154345"/>
            <a:ext cx="2189100" cy="544800"/>
          </a:xfrm>
          <a:prstGeom prst="straightConnector1">
            <a:avLst/>
          </a:prstGeom>
          <a:noFill/>
          <a:ln cap="flat" cmpd="sng" w="19050">
            <a:solidFill>
              <a:srgbClr val="C5E0F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7" name="Google Shape;2357;p202"/>
          <p:cNvCxnSpPr>
            <a:stCxn id="2349" idx="3"/>
            <a:endCxn id="2353" idx="1"/>
          </p:cNvCxnSpPr>
          <p:nvPr/>
        </p:nvCxnSpPr>
        <p:spPr>
          <a:xfrm flipH="1" rot="10800000">
            <a:off x="3117885" y="2867070"/>
            <a:ext cx="2189100" cy="199200"/>
          </a:xfrm>
          <a:prstGeom prst="straightConnector1">
            <a:avLst/>
          </a:prstGeom>
          <a:noFill/>
          <a:ln cap="flat" cmpd="sng" w="19050">
            <a:solidFill>
              <a:srgbClr val="C5E0F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8" name="Google Shape;2358;p202"/>
          <p:cNvCxnSpPr>
            <a:stCxn id="2350" idx="3"/>
            <a:endCxn id="2354" idx="1"/>
          </p:cNvCxnSpPr>
          <p:nvPr/>
        </p:nvCxnSpPr>
        <p:spPr>
          <a:xfrm>
            <a:off x="3117885" y="3433395"/>
            <a:ext cx="2189100" cy="146100"/>
          </a:xfrm>
          <a:prstGeom prst="straightConnector1">
            <a:avLst/>
          </a:prstGeom>
          <a:noFill/>
          <a:ln cap="flat" cmpd="sng" w="19050">
            <a:solidFill>
              <a:srgbClr val="C5E0F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9" name="Google Shape;2359;p202"/>
          <p:cNvCxnSpPr>
            <a:stCxn id="2351" idx="3"/>
            <a:endCxn id="2355" idx="1"/>
          </p:cNvCxnSpPr>
          <p:nvPr/>
        </p:nvCxnSpPr>
        <p:spPr>
          <a:xfrm>
            <a:off x="3117885" y="3800520"/>
            <a:ext cx="2189100" cy="491700"/>
          </a:xfrm>
          <a:prstGeom prst="straightConnector1">
            <a:avLst/>
          </a:prstGeom>
          <a:noFill/>
          <a:ln cap="flat" cmpd="sng" w="19050">
            <a:solidFill>
              <a:srgbClr val="C5E0F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60" name="Google Shape;2360;p202"/>
          <p:cNvSpPr/>
          <p:nvPr/>
        </p:nvSpPr>
        <p:spPr>
          <a:xfrm>
            <a:off x="5346465" y="3850642"/>
            <a:ext cx="2763300" cy="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42">
                <a:solidFill>
                  <a:srgbClr val="2F4B68"/>
                </a:solidFill>
                <a:latin typeface="Inter Tight"/>
                <a:ea typeface="Inter Tight"/>
                <a:cs typeface="Inter Tight"/>
                <a:sym typeface="Inter Tight"/>
              </a:rPr>
              <a:t>* in development</a:t>
            </a:r>
            <a:endParaRPr i="1" sz="742">
              <a:solidFill>
                <a:srgbClr val="2F4B68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4" name="Shape 2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" name="Google Shape;2365;p203"/>
          <p:cNvSpPr/>
          <p:nvPr/>
        </p:nvSpPr>
        <p:spPr>
          <a:xfrm>
            <a:off x="702982" y="1023313"/>
            <a:ext cx="3522600" cy="459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FBFBFB"/>
                </a:solidFill>
                <a:latin typeface="Inter"/>
                <a:ea typeface="Inter"/>
                <a:cs typeface="Inter"/>
                <a:sym typeface="Inter"/>
              </a:rPr>
              <a:t>Work with real data durably</a:t>
            </a:r>
            <a:endParaRPr b="0" i="0" sz="1200" u="none" cap="none" strike="noStrike">
              <a:solidFill>
                <a:srgbClr val="FBFBF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66" name="Google Shape;2366;p203"/>
          <p:cNvSpPr/>
          <p:nvPr/>
        </p:nvSpPr>
        <p:spPr>
          <a:xfrm>
            <a:off x="4782430" y="1023313"/>
            <a:ext cx="3522600" cy="459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DE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CDE8FF"/>
                </a:solidFill>
                <a:latin typeface="Inter"/>
                <a:ea typeface="Inter"/>
                <a:cs typeface="Inter"/>
                <a:sym typeface="Inter"/>
              </a:rPr>
              <a:t>Virtual filesystem support</a:t>
            </a:r>
            <a:endParaRPr b="0" i="0" sz="1400" u="none" cap="none" strike="noStrike">
              <a:solidFill>
                <a:srgbClr val="CDE8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367" name="Google Shape;2367;p203"/>
          <p:cNvCxnSpPr>
            <a:stCxn id="2365" idx="3"/>
            <a:endCxn id="2366" idx="1"/>
          </p:cNvCxnSpPr>
          <p:nvPr/>
        </p:nvCxnSpPr>
        <p:spPr>
          <a:xfrm>
            <a:off x="4225582" y="1253113"/>
            <a:ext cx="556800" cy="0"/>
          </a:xfrm>
          <a:prstGeom prst="straightConnector1">
            <a:avLst/>
          </a:prstGeom>
          <a:gradFill>
            <a:gsLst>
              <a:gs pos="0">
                <a:schemeClr val="dk1"/>
              </a:gs>
              <a:gs pos="26000">
                <a:schemeClr val="dk1"/>
              </a:gs>
              <a:gs pos="96000">
                <a:srgbClr val="89CCFE"/>
              </a:gs>
              <a:gs pos="100000">
                <a:srgbClr val="868CFE"/>
              </a:gs>
            </a:gsLst>
            <a:lin ang="16198662" scaled="0"/>
          </a:gradFill>
          <a:ln cap="flat" cmpd="sng" w="38100">
            <a:solidFill>
              <a:srgbClr val="8D9D9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68" name="Google Shape;2368;p203"/>
          <p:cNvSpPr txBox="1"/>
          <p:nvPr>
            <p:ph type="title"/>
          </p:nvPr>
        </p:nvSpPr>
        <p:spPr>
          <a:xfrm>
            <a:off x="1084275" y="589200"/>
            <a:ext cx="27600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IBM Plex Mono"/>
              <a:buNone/>
            </a:pPr>
            <a:r>
              <a:rPr lang="en" sz="2000">
                <a:solidFill>
                  <a:schemeClr val="lt1"/>
                </a:solidFill>
              </a:rPr>
              <a:t>Desired Agent Behavior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2369" name="Google Shape;2369;p203"/>
          <p:cNvSpPr txBox="1"/>
          <p:nvPr/>
        </p:nvSpPr>
        <p:spPr>
          <a:xfrm>
            <a:off x="4967375" y="589200"/>
            <a:ext cx="31527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IBM Plex Mono"/>
              <a:buNone/>
            </a:pPr>
            <a:r>
              <a:rPr i="0" lang="en" sz="2000" u="none" cap="none" strike="noStrike">
                <a:solidFill>
                  <a:srgbClr val="CDE8FF"/>
                </a:solidFill>
                <a:latin typeface="Inter Tight"/>
                <a:ea typeface="Inter Tight"/>
                <a:cs typeface="Inter Tight"/>
                <a:sym typeface="Inter Tight"/>
              </a:rPr>
              <a:t>What the DA Harness Adds</a:t>
            </a:r>
            <a:endParaRPr i="0" sz="2000" u="none" cap="none" strike="noStrike">
              <a:solidFill>
                <a:srgbClr val="CDE8FF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370" name="Google Shape;2370;p203"/>
          <p:cNvSpPr/>
          <p:nvPr/>
        </p:nvSpPr>
        <p:spPr>
          <a:xfrm>
            <a:off x="8353125" y="173175"/>
            <a:ext cx="588900" cy="600300"/>
          </a:xfrm>
          <a:prstGeom prst="rect">
            <a:avLst/>
          </a:prstGeom>
          <a:solidFill>
            <a:srgbClr val="0307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4" name="Shape 2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" name="Google Shape;2375;p204"/>
          <p:cNvSpPr/>
          <p:nvPr/>
        </p:nvSpPr>
        <p:spPr>
          <a:xfrm>
            <a:off x="702982" y="1023313"/>
            <a:ext cx="3522600" cy="459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FBFBFB"/>
                </a:solidFill>
                <a:latin typeface="Inter"/>
                <a:ea typeface="Inter"/>
                <a:cs typeface="Inter"/>
                <a:sym typeface="Inter"/>
              </a:rPr>
              <a:t>Work with real data durably</a:t>
            </a:r>
            <a:endParaRPr b="0" i="0" sz="1200" u="none" cap="none" strike="noStrike">
              <a:solidFill>
                <a:srgbClr val="FBFBF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76" name="Google Shape;2376;p204"/>
          <p:cNvSpPr/>
          <p:nvPr/>
        </p:nvSpPr>
        <p:spPr>
          <a:xfrm>
            <a:off x="4782430" y="1023313"/>
            <a:ext cx="3522600" cy="459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DE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CDE8FF"/>
                </a:solidFill>
                <a:latin typeface="Inter"/>
                <a:ea typeface="Inter"/>
                <a:cs typeface="Inter"/>
                <a:sym typeface="Inter"/>
              </a:rPr>
              <a:t>Virtual filesystem support</a:t>
            </a:r>
            <a:endParaRPr b="0" i="0" sz="1400" u="none" cap="none" strike="noStrike">
              <a:solidFill>
                <a:srgbClr val="CDE8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377" name="Google Shape;2377;p204"/>
          <p:cNvCxnSpPr>
            <a:stCxn id="2375" idx="3"/>
            <a:endCxn id="2376" idx="1"/>
          </p:cNvCxnSpPr>
          <p:nvPr/>
        </p:nvCxnSpPr>
        <p:spPr>
          <a:xfrm>
            <a:off x="4225582" y="1253113"/>
            <a:ext cx="556800" cy="0"/>
          </a:xfrm>
          <a:prstGeom prst="straightConnector1">
            <a:avLst/>
          </a:prstGeom>
          <a:gradFill>
            <a:gsLst>
              <a:gs pos="0">
                <a:schemeClr val="dk1"/>
              </a:gs>
              <a:gs pos="26000">
                <a:schemeClr val="dk1"/>
              </a:gs>
              <a:gs pos="96000">
                <a:srgbClr val="89CCFE"/>
              </a:gs>
              <a:gs pos="100000">
                <a:srgbClr val="868CFE"/>
              </a:gs>
            </a:gsLst>
            <a:lin ang="16198662" scaled="0"/>
          </a:gradFill>
          <a:ln cap="flat" cmpd="sng" w="38100">
            <a:solidFill>
              <a:srgbClr val="8D9D9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78" name="Google Shape;2378;p204"/>
          <p:cNvSpPr/>
          <p:nvPr/>
        </p:nvSpPr>
        <p:spPr>
          <a:xfrm>
            <a:off x="702982" y="1611345"/>
            <a:ext cx="3522600" cy="459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FBFBFB"/>
                </a:solidFill>
                <a:latin typeface="Inter"/>
                <a:ea typeface="Inter"/>
                <a:cs typeface="Inter"/>
                <a:sym typeface="Inter"/>
              </a:rPr>
              <a:t>Write and execute code</a:t>
            </a:r>
            <a:endParaRPr b="0" i="0" sz="1200" u="none" cap="none" strike="noStrike">
              <a:solidFill>
                <a:srgbClr val="FBFBF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79" name="Google Shape;2379;p204"/>
          <p:cNvSpPr/>
          <p:nvPr/>
        </p:nvSpPr>
        <p:spPr>
          <a:xfrm>
            <a:off x="4782430" y="1611345"/>
            <a:ext cx="3522600" cy="459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DE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CDE8FF"/>
                </a:solidFill>
                <a:latin typeface="Inter"/>
                <a:ea typeface="Inter"/>
                <a:cs typeface="Inter"/>
                <a:sym typeface="Inter"/>
              </a:rPr>
              <a:t>Code execution via execute tool </a:t>
            </a:r>
            <a:endParaRPr b="0" i="0" sz="1200" u="none" cap="none" strike="noStrike">
              <a:solidFill>
                <a:srgbClr val="CDE8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CDE8FF"/>
                </a:solidFill>
                <a:latin typeface="Inter"/>
                <a:ea typeface="Inter"/>
                <a:cs typeface="Inter"/>
                <a:sym typeface="Inter"/>
              </a:rPr>
              <a:t>and sandboxes</a:t>
            </a:r>
            <a:endParaRPr b="0" i="0" sz="1400" u="none" cap="none" strike="noStrike">
              <a:solidFill>
                <a:srgbClr val="CDE8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380" name="Google Shape;2380;p204"/>
          <p:cNvCxnSpPr>
            <a:stCxn id="2378" idx="3"/>
            <a:endCxn id="2379" idx="1"/>
          </p:cNvCxnSpPr>
          <p:nvPr/>
        </p:nvCxnSpPr>
        <p:spPr>
          <a:xfrm>
            <a:off x="4225582" y="1841145"/>
            <a:ext cx="556800" cy="0"/>
          </a:xfrm>
          <a:prstGeom prst="straightConnector1">
            <a:avLst/>
          </a:prstGeom>
          <a:gradFill>
            <a:gsLst>
              <a:gs pos="0">
                <a:schemeClr val="dk1"/>
              </a:gs>
              <a:gs pos="26000">
                <a:schemeClr val="dk1"/>
              </a:gs>
              <a:gs pos="96000">
                <a:srgbClr val="89CCFE"/>
              </a:gs>
              <a:gs pos="100000">
                <a:srgbClr val="868CFE"/>
              </a:gs>
            </a:gsLst>
            <a:lin ang="16198662" scaled="0"/>
          </a:gradFill>
          <a:ln cap="flat" cmpd="sng" w="38100">
            <a:solidFill>
              <a:srgbClr val="8D9D9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81" name="Google Shape;2381;p204"/>
          <p:cNvSpPr txBox="1"/>
          <p:nvPr>
            <p:ph type="title"/>
          </p:nvPr>
        </p:nvSpPr>
        <p:spPr>
          <a:xfrm>
            <a:off x="1084275" y="589200"/>
            <a:ext cx="27600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IBM Plex Mono"/>
              <a:buNone/>
            </a:pPr>
            <a:r>
              <a:rPr lang="en" sz="2000">
                <a:solidFill>
                  <a:schemeClr val="lt1"/>
                </a:solidFill>
              </a:rPr>
              <a:t>Desired Agent Behavior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2382" name="Google Shape;2382;p204"/>
          <p:cNvSpPr txBox="1"/>
          <p:nvPr/>
        </p:nvSpPr>
        <p:spPr>
          <a:xfrm>
            <a:off x="4967375" y="589200"/>
            <a:ext cx="31527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IBM Plex Mono"/>
              <a:buNone/>
            </a:pPr>
            <a:r>
              <a:rPr i="0" lang="en" sz="2000" u="none" cap="none" strike="noStrike">
                <a:solidFill>
                  <a:srgbClr val="CDE8FF"/>
                </a:solidFill>
                <a:latin typeface="Inter Tight"/>
                <a:ea typeface="Inter Tight"/>
                <a:cs typeface="Inter Tight"/>
                <a:sym typeface="Inter Tight"/>
              </a:rPr>
              <a:t>What the DA Harness Adds</a:t>
            </a:r>
            <a:endParaRPr i="0" sz="2000" u="none" cap="none" strike="noStrike">
              <a:solidFill>
                <a:srgbClr val="CDE8FF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383" name="Google Shape;2383;p204"/>
          <p:cNvSpPr/>
          <p:nvPr/>
        </p:nvSpPr>
        <p:spPr>
          <a:xfrm>
            <a:off x="8353125" y="173175"/>
            <a:ext cx="588900" cy="600300"/>
          </a:xfrm>
          <a:prstGeom prst="rect">
            <a:avLst/>
          </a:prstGeom>
          <a:solidFill>
            <a:srgbClr val="0307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7" name="Shape 2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8" name="Google Shape;2388;p205"/>
          <p:cNvSpPr/>
          <p:nvPr/>
        </p:nvSpPr>
        <p:spPr>
          <a:xfrm>
            <a:off x="702982" y="1023313"/>
            <a:ext cx="3522600" cy="459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FBFBFB"/>
                </a:solidFill>
                <a:latin typeface="Inter"/>
                <a:ea typeface="Inter"/>
                <a:cs typeface="Inter"/>
                <a:sym typeface="Inter"/>
              </a:rPr>
              <a:t>Work with real data durably</a:t>
            </a:r>
            <a:endParaRPr b="0" i="0" sz="1200" u="none" cap="none" strike="noStrike">
              <a:solidFill>
                <a:srgbClr val="FBFBF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89" name="Google Shape;2389;p205"/>
          <p:cNvSpPr/>
          <p:nvPr/>
        </p:nvSpPr>
        <p:spPr>
          <a:xfrm>
            <a:off x="4782430" y="1023313"/>
            <a:ext cx="3522600" cy="459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DE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CDE8FF"/>
                </a:solidFill>
                <a:latin typeface="Inter"/>
                <a:ea typeface="Inter"/>
                <a:cs typeface="Inter"/>
                <a:sym typeface="Inter"/>
              </a:rPr>
              <a:t>Virtual filesystem support</a:t>
            </a:r>
            <a:endParaRPr b="0" i="0" sz="1400" u="none" cap="none" strike="noStrike">
              <a:solidFill>
                <a:srgbClr val="CDE8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390" name="Google Shape;2390;p205"/>
          <p:cNvCxnSpPr>
            <a:stCxn id="2388" idx="3"/>
            <a:endCxn id="2389" idx="1"/>
          </p:cNvCxnSpPr>
          <p:nvPr/>
        </p:nvCxnSpPr>
        <p:spPr>
          <a:xfrm>
            <a:off x="4225582" y="1253113"/>
            <a:ext cx="556800" cy="0"/>
          </a:xfrm>
          <a:prstGeom prst="straightConnector1">
            <a:avLst/>
          </a:prstGeom>
          <a:gradFill>
            <a:gsLst>
              <a:gs pos="0">
                <a:schemeClr val="dk1"/>
              </a:gs>
              <a:gs pos="26000">
                <a:schemeClr val="dk1"/>
              </a:gs>
              <a:gs pos="96000">
                <a:srgbClr val="89CCFE"/>
              </a:gs>
              <a:gs pos="100000">
                <a:srgbClr val="868CFE"/>
              </a:gs>
            </a:gsLst>
            <a:lin ang="16198662" scaled="0"/>
          </a:gradFill>
          <a:ln cap="flat" cmpd="sng" w="38100">
            <a:solidFill>
              <a:srgbClr val="8D9D9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91" name="Google Shape;2391;p205"/>
          <p:cNvSpPr/>
          <p:nvPr/>
        </p:nvSpPr>
        <p:spPr>
          <a:xfrm>
            <a:off x="702982" y="1611345"/>
            <a:ext cx="3522600" cy="459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FBFBFB"/>
                </a:solidFill>
                <a:latin typeface="Inter"/>
                <a:ea typeface="Inter"/>
                <a:cs typeface="Inter"/>
                <a:sym typeface="Inter"/>
              </a:rPr>
              <a:t>Write and execute code</a:t>
            </a:r>
            <a:endParaRPr b="0" i="0" sz="1200" u="none" cap="none" strike="noStrike">
              <a:solidFill>
                <a:srgbClr val="FBFBF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92" name="Google Shape;2392;p205"/>
          <p:cNvSpPr/>
          <p:nvPr/>
        </p:nvSpPr>
        <p:spPr>
          <a:xfrm>
            <a:off x="4782430" y="1611345"/>
            <a:ext cx="3522600" cy="459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DE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CDE8FF"/>
                </a:solidFill>
                <a:latin typeface="Inter"/>
                <a:ea typeface="Inter"/>
                <a:cs typeface="Inter"/>
                <a:sym typeface="Inter"/>
              </a:rPr>
              <a:t>Code execution via execute tool </a:t>
            </a:r>
            <a:endParaRPr b="0" i="0" sz="1200" u="none" cap="none" strike="noStrike">
              <a:solidFill>
                <a:srgbClr val="CDE8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CDE8FF"/>
                </a:solidFill>
                <a:latin typeface="Inter"/>
                <a:ea typeface="Inter"/>
                <a:cs typeface="Inter"/>
                <a:sym typeface="Inter"/>
              </a:rPr>
              <a:t>and sandboxes</a:t>
            </a:r>
            <a:endParaRPr b="0" i="0" sz="1400" u="none" cap="none" strike="noStrike">
              <a:solidFill>
                <a:srgbClr val="CDE8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393" name="Google Shape;2393;p205"/>
          <p:cNvCxnSpPr>
            <a:stCxn id="2391" idx="3"/>
            <a:endCxn id="2392" idx="1"/>
          </p:cNvCxnSpPr>
          <p:nvPr/>
        </p:nvCxnSpPr>
        <p:spPr>
          <a:xfrm>
            <a:off x="4225582" y="1841145"/>
            <a:ext cx="556800" cy="0"/>
          </a:xfrm>
          <a:prstGeom prst="straightConnector1">
            <a:avLst/>
          </a:prstGeom>
          <a:gradFill>
            <a:gsLst>
              <a:gs pos="0">
                <a:schemeClr val="dk1"/>
              </a:gs>
              <a:gs pos="26000">
                <a:schemeClr val="dk1"/>
              </a:gs>
              <a:gs pos="96000">
                <a:srgbClr val="89CCFE"/>
              </a:gs>
              <a:gs pos="100000">
                <a:srgbClr val="868CFE"/>
              </a:gs>
            </a:gsLst>
            <a:lin ang="16198662" scaled="0"/>
          </a:gradFill>
          <a:ln cap="flat" cmpd="sng" w="38100">
            <a:solidFill>
              <a:srgbClr val="8D9D9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94" name="Google Shape;2394;p205"/>
          <p:cNvSpPr/>
          <p:nvPr/>
        </p:nvSpPr>
        <p:spPr>
          <a:xfrm>
            <a:off x="702987" y="2174394"/>
            <a:ext cx="3522600" cy="459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FBFBFB"/>
                </a:solidFill>
                <a:latin typeface="Inter"/>
                <a:ea typeface="Inter"/>
                <a:cs typeface="Inter"/>
                <a:sym typeface="Inter"/>
              </a:rPr>
              <a:t>Safe execution</a:t>
            </a:r>
            <a:endParaRPr b="0" i="0" sz="1200" u="none" cap="none" strike="noStrike">
              <a:solidFill>
                <a:srgbClr val="FBFBF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95" name="Google Shape;2395;p205"/>
          <p:cNvSpPr/>
          <p:nvPr/>
        </p:nvSpPr>
        <p:spPr>
          <a:xfrm>
            <a:off x="4782435" y="2174394"/>
            <a:ext cx="3522600" cy="459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DE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CDE8FF"/>
                </a:solidFill>
                <a:latin typeface="Inter"/>
                <a:ea typeface="Inter"/>
                <a:cs typeface="Inter"/>
                <a:sym typeface="Inter"/>
              </a:rPr>
              <a:t>Sandboxes, filesystem permissions </a:t>
            </a:r>
            <a:endParaRPr b="0" i="0" sz="1200" u="none" cap="none" strike="noStrike">
              <a:solidFill>
                <a:srgbClr val="CDE8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CDE8FF"/>
                </a:solidFill>
                <a:latin typeface="Inter"/>
                <a:ea typeface="Inter"/>
                <a:cs typeface="Inter"/>
                <a:sym typeface="Inter"/>
              </a:rPr>
              <a:t>and middleware hooks</a:t>
            </a:r>
            <a:endParaRPr b="0" i="0" sz="1400" u="none" cap="none" strike="noStrike">
              <a:solidFill>
                <a:srgbClr val="CDE8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396" name="Google Shape;2396;p205"/>
          <p:cNvCxnSpPr>
            <a:stCxn id="2394" idx="3"/>
            <a:endCxn id="2395" idx="1"/>
          </p:cNvCxnSpPr>
          <p:nvPr/>
        </p:nvCxnSpPr>
        <p:spPr>
          <a:xfrm>
            <a:off x="4225587" y="2404194"/>
            <a:ext cx="556800" cy="0"/>
          </a:xfrm>
          <a:prstGeom prst="straightConnector1">
            <a:avLst/>
          </a:prstGeom>
          <a:gradFill>
            <a:gsLst>
              <a:gs pos="0">
                <a:schemeClr val="dk1"/>
              </a:gs>
              <a:gs pos="26000">
                <a:schemeClr val="dk1"/>
              </a:gs>
              <a:gs pos="96000">
                <a:srgbClr val="89CCFE"/>
              </a:gs>
              <a:gs pos="100000">
                <a:srgbClr val="868CFE"/>
              </a:gs>
            </a:gsLst>
            <a:lin ang="16198662" scaled="0"/>
          </a:gradFill>
          <a:ln cap="flat" cmpd="sng" w="38100">
            <a:solidFill>
              <a:srgbClr val="8D9D9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97" name="Google Shape;2397;p205"/>
          <p:cNvSpPr txBox="1"/>
          <p:nvPr>
            <p:ph type="title"/>
          </p:nvPr>
        </p:nvSpPr>
        <p:spPr>
          <a:xfrm>
            <a:off x="1084275" y="589200"/>
            <a:ext cx="27600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IBM Plex Mono"/>
              <a:buNone/>
            </a:pPr>
            <a:r>
              <a:rPr lang="en" sz="2000">
                <a:solidFill>
                  <a:schemeClr val="lt1"/>
                </a:solidFill>
              </a:rPr>
              <a:t>Desired Agent Behavior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2398" name="Google Shape;2398;p205"/>
          <p:cNvSpPr txBox="1"/>
          <p:nvPr/>
        </p:nvSpPr>
        <p:spPr>
          <a:xfrm>
            <a:off x="4967375" y="589200"/>
            <a:ext cx="31527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IBM Plex Mono"/>
              <a:buNone/>
            </a:pPr>
            <a:r>
              <a:rPr i="0" lang="en" sz="2000" u="none" cap="none" strike="noStrike">
                <a:solidFill>
                  <a:srgbClr val="CDE8FF"/>
                </a:solidFill>
                <a:latin typeface="Inter Tight"/>
                <a:ea typeface="Inter Tight"/>
                <a:cs typeface="Inter Tight"/>
                <a:sym typeface="Inter Tight"/>
              </a:rPr>
              <a:t>What the DA Harness Adds</a:t>
            </a:r>
            <a:endParaRPr i="0" sz="2000" u="none" cap="none" strike="noStrike">
              <a:solidFill>
                <a:srgbClr val="CDE8FF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399" name="Google Shape;2399;p205"/>
          <p:cNvSpPr/>
          <p:nvPr/>
        </p:nvSpPr>
        <p:spPr>
          <a:xfrm>
            <a:off x="8353125" y="173175"/>
            <a:ext cx="588900" cy="600300"/>
          </a:xfrm>
          <a:prstGeom prst="rect">
            <a:avLst/>
          </a:prstGeom>
          <a:solidFill>
            <a:srgbClr val="0307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3" name="Shape 2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4" name="Google Shape;2404;p206"/>
          <p:cNvSpPr/>
          <p:nvPr/>
        </p:nvSpPr>
        <p:spPr>
          <a:xfrm>
            <a:off x="702982" y="1023313"/>
            <a:ext cx="3522600" cy="459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FBFBFB"/>
                </a:solidFill>
                <a:latin typeface="Inter"/>
                <a:ea typeface="Inter"/>
                <a:cs typeface="Inter"/>
                <a:sym typeface="Inter"/>
              </a:rPr>
              <a:t>Work with real data durably</a:t>
            </a:r>
            <a:endParaRPr b="0" i="0" sz="1200" u="none" cap="none" strike="noStrike">
              <a:solidFill>
                <a:srgbClr val="FBFBF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05" name="Google Shape;2405;p206"/>
          <p:cNvSpPr/>
          <p:nvPr/>
        </p:nvSpPr>
        <p:spPr>
          <a:xfrm>
            <a:off x="4782430" y="1023313"/>
            <a:ext cx="3522600" cy="459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DE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CDE8FF"/>
                </a:solidFill>
                <a:latin typeface="Inter"/>
                <a:ea typeface="Inter"/>
                <a:cs typeface="Inter"/>
                <a:sym typeface="Inter"/>
              </a:rPr>
              <a:t>Virtual filesystem support</a:t>
            </a:r>
            <a:endParaRPr b="0" i="0" sz="1400" u="none" cap="none" strike="noStrike">
              <a:solidFill>
                <a:srgbClr val="CDE8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406" name="Google Shape;2406;p206"/>
          <p:cNvCxnSpPr>
            <a:stCxn id="2404" idx="3"/>
            <a:endCxn id="2405" idx="1"/>
          </p:cNvCxnSpPr>
          <p:nvPr/>
        </p:nvCxnSpPr>
        <p:spPr>
          <a:xfrm>
            <a:off x="4225582" y="1253113"/>
            <a:ext cx="556800" cy="0"/>
          </a:xfrm>
          <a:prstGeom prst="straightConnector1">
            <a:avLst/>
          </a:prstGeom>
          <a:gradFill>
            <a:gsLst>
              <a:gs pos="0">
                <a:schemeClr val="dk1"/>
              </a:gs>
              <a:gs pos="26000">
                <a:schemeClr val="dk1"/>
              </a:gs>
              <a:gs pos="96000">
                <a:srgbClr val="89CCFE"/>
              </a:gs>
              <a:gs pos="100000">
                <a:srgbClr val="868CFE"/>
              </a:gs>
            </a:gsLst>
            <a:lin ang="16198662" scaled="0"/>
          </a:gradFill>
          <a:ln cap="flat" cmpd="sng" w="38100">
            <a:solidFill>
              <a:srgbClr val="8D9D9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07" name="Google Shape;2407;p206"/>
          <p:cNvSpPr/>
          <p:nvPr/>
        </p:nvSpPr>
        <p:spPr>
          <a:xfrm>
            <a:off x="702982" y="1611345"/>
            <a:ext cx="3522600" cy="459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FBFBFB"/>
                </a:solidFill>
                <a:latin typeface="Inter"/>
                <a:ea typeface="Inter"/>
                <a:cs typeface="Inter"/>
                <a:sym typeface="Inter"/>
              </a:rPr>
              <a:t>Write and execute code</a:t>
            </a:r>
            <a:endParaRPr b="0" i="0" sz="1200" u="none" cap="none" strike="noStrike">
              <a:solidFill>
                <a:srgbClr val="FBFBF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08" name="Google Shape;2408;p206"/>
          <p:cNvSpPr/>
          <p:nvPr/>
        </p:nvSpPr>
        <p:spPr>
          <a:xfrm>
            <a:off x="4782430" y="1611345"/>
            <a:ext cx="3522600" cy="459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DE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CDE8FF"/>
                </a:solidFill>
                <a:latin typeface="Inter"/>
                <a:ea typeface="Inter"/>
                <a:cs typeface="Inter"/>
                <a:sym typeface="Inter"/>
              </a:rPr>
              <a:t>Code execution via execute tool </a:t>
            </a:r>
            <a:endParaRPr b="0" i="0" sz="1200" u="none" cap="none" strike="noStrike">
              <a:solidFill>
                <a:srgbClr val="CDE8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CDE8FF"/>
                </a:solidFill>
                <a:latin typeface="Inter"/>
                <a:ea typeface="Inter"/>
                <a:cs typeface="Inter"/>
                <a:sym typeface="Inter"/>
              </a:rPr>
              <a:t>and sandboxes</a:t>
            </a:r>
            <a:endParaRPr b="0" i="0" sz="1400" u="none" cap="none" strike="noStrike">
              <a:solidFill>
                <a:srgbClr val="CDE8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409" name="Google Shape;2409;p206"/>
          <p:cNvCxnSpPr>
            <a:stCxn id="2407" idx="3"/>
            <a:endCxn id="2408" idx="1"/>
          </p:cNvCxnSpPr>
          <p:nvPr/>
        </p:nvCxnSpPr>
        <p:spPr>
          <a:xfrm>
            <a:off x="4225582" y="1841145"/>
            <a:ext cx="556800" cy="0"/>
          </a:xfrm>
          <a:prstGeom prst="straightConnector1">
            <a:avLst/>
          </a:prstGeom>
          <a:gradFill>
            <a:gsLst>
              <a:gs pos="0">
                <a:schemeClr val="dk1"/>
              </a:gs>
              <a:gs pos="26000">
                <a:schemeClr val="dk1"/>
              </a:gs>
              <a:gs pos="96000">
                <a:srgbClr val="89CCFE"/>
              </a:gs>
              <a:gs pos="100000">
                <a:srgbClr val="868CFE"/>
              </a:gs>
            </a:gsLst>
            <a:lin ang="16198662" scaled="0"/>
          </a:gradFill>
          <a:ln cap="flat" cmpd="sng" w="38100">
            <a:solidFill>
              <a:srgbClr val="8D9D9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10" name="Google Shape;2410;p206"/>
          <p:cNvSpPr/>
          <p:nvPr/>
        </p:nvSpPr>
        <p:spPr>
          <a:xfrm>
            <a:off x="702987" y="2174394"/>
            <a:ext cx="3522600" cy="459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FBFBFB"/>
                </a:solidFill>
                <a:latin typeface="Inter"/>
                <a:ea typeface="Inter"/>
                <a:cs typeface="Inter"/>
                <a:sym typeface="Inter"/>
              </a:rPr>
              <a:t>Safe execution</a:t>
            </a:r>
            <a:endParaRPr b="0" i="0" sz="1200" u="none" cap="none" strike="noStrike">
              <a:solidFill>
                <a:srgbClr val="FBFBF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11" name="Google Shape;2411;p206"/>
          <p:cNvSpPr/>
          <p:nvPr/>
        </p:nvSpPr>
        <p:spPr>
          <a:xfrm>
            <a:off x="4782435" y="2174394"/>
            <a:ext cx="3522600" cy="459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DE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CDE8FF"/>
                </a:solidFill>
                <a:latin typeface="Inter"/>
                <a:ea typeface="Inter"/>
                <a:cs typeface="Inter"/>
                <a:sym typeface="Inter"/>
              </a:rPr>
              <a:t>Sandboxes, filesystem permissions </a:t>
            </a:r>
            <a:endParaRPr b="0" i="0" sz="1200" u="none" cap="none" strike="noStrike">
              <a:solidFill>
                <a:srgbClr val="CDE8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CDE8FF"/>
                </a:solidFill>
                <a:latin typeface="Inter"/>
                <a:ea typeface="Inter"/>
                <a:cs typeface="Inter"/>
                <a:sym typeface="Inter"/>
              </a:rPr>
              <a:t>and middleware hooks</a:t>
            </a:r>
            <a:endParaRPr b="0" i="0" sz="1400" u="none" cap="none" strike="noStrike">
              <a:solidFill>
                <a:srgbClr val="CDE8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412" name="Google Shape;2412;p206"/>
          <p:cNvCxnSpPr>
            <a:stCxn id="2410" idx="3"/>
            <a:endCxn id="2411" idx="1"/>
          </p:cNvCxnSpPr>
          <p:nvPr/>
        </p:nvCxnSpPr>
        <p:spPr>
          <a:xfrm>
            <a:off x="4225587" y="2404194"/>
            <a:ext cx="556800" cy="0"/>
          </a:xfrm>
          <a:prstGeom prst="straightConnector1">
            <a:avLst/>
          </a:prstGeom>
          <a:gradFill>
            <a:gsLst>
              <a:gs pos="0">
                <a:schemeClr val="dk1"/>
              </a:gs>
              <a:gs pos="26000">
                <a:schemeClr val="dk1"/>
              </a:gs>
              <a:gs pos="96000">
                <a:srgbClr val="89CCFE"/>
              </a:gs>
              <a:gs pos="100000">
                <a:srgbClr val="868CFE"/>
              </a:gs>
            </a:gsLst>
            <a:lin ang="16198662" scaled="0"/>
          </a:gradFill>
          <a:ln cap="flat" cmpd="sng" w="38100">
            <a:solidFill>
              <a:srgbClr val="8D9D9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13" name="Google Shape;2413;p206"/>
          <p:cNvSpPr/>
          <p:nvPr/>
        </p:nvSpPr>
        <p:spPr>
          <a:xfrm>
            <a:off x="702991" y="2749932"/>
            <a:ext cx="3522600" cy="459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FBFBFB"/>
                </a:solidFill>
                <a:latin typeface="Inter"/>
                <a:ea typeface="Inter"/>
                <a:cs typeface="Inter"/>
                <a:sym typeface="Inter"/>
              </a:rPr>
              <a:t>Access and remember knowledge</a:t>
            </a:r>
            <a:endParaRPr b="0" i="0" sz="1200" u="none" cap="none" strike="noStrike">
              <a:solidFill>
                <a:srgbClr val="FBFBF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14" name="Google Shape;2414;p206"/>
          <p:cNvSpPr/>
          <p:nvPr/>
        </p:nvSpPr>
        <p:spPr>
          <a:xfrm>
            <a:off x="4782439" y="2749932"/>
            <a:ext cx="3522600" cy="459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DE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CDE8FF"/>
                </a:solidFill>
                <a:latin typeface="Inter"/>
                <a:ea typeface="Inter"/>
                <a:cs typeface="Inter"/>
                <a:sym typeface="Inter"/>
              </a:rPr>
              <a:t>Memory, skills, MCP</a:t>
            </a:r>
            <a:endParaRPr b="0" i="0" sz="1400" u="none" cap="none" strike="noStrike">
              <a:solidFill>
                <a:srgbClr val="CDE8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415" name="Google Shape;2415;p206"/>
          <p:cNvCxnSpPr>
            <a:stCxn id="2413" idx="3"/>
            <a:endCxn id="2414" idx="1"/>
          </p:cNvCxnSpPr>
          <p:nvPr/>
        </p:nvCxnSpPr>
        <p:spPr>
          <a:xfrm>
            <a:off x="4225591" y="2979732"/>
            <a:ext cx="556800" cy="0"/>
          </a:xfrm>
          <a:prstGeom prst="straightConnector1">
            <a:avLst/>
          </a:prstGeom>
          <a:gradFill>
            <a:gsLst>
              <a:gs pos="0">
                <a:schemeClr val="dk1"/>
              </a:gs>
              <a:gs pos="26000">
                <a:schemeClr val="dk1"/>
              </a:gs>
              <a:gs pos="96000">
                <a:srgbClr val="89CCFE"/>
              </a:gs>
              <a:gs pos="100000">
                <a:srgbClr val="868CFE"/>
              </a:gs>
            </a:gsLst>
            <a:lin ang="16198662" scaled="0"/>
          </a:gradFill>
          <a:ln cap="flat" cmpd="sng" w="38100">
            <a:solidFill>
              <a:srgbClr val="8D9D9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16" name="Google Shape;2416;p206"/>
          <p:cNvSpPr txBox="1"/>
          <p:nvPr>
            <p:ph type="title"/>
          </p:nvPr>
        </p:nvSpPr>
        <p:spPr>
          <a:xfrm>
            <a:off x="1084275" y="589200"/>
            <a:ext cx="27600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IBM Plex Mono"/>
              <a:buNone/>
            </a:pPr>
            <a:r>
              <a:rPr lang="en" sz="2000">
                <a:solidFill>
                  <a:schemeClr val="lt1"/>
                </a:solidFill>
              </a:rPr>
              <a:t>Desired Agent Behavior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2417" name="Google Shape;2417;p206"/>
          <p:cNvSpPr txBox="1"/>
          <p:nvPr/>
        </p:nvSpPr>
        <p:spPr>
          <a:xfrm>
            <a:off x="4967375" y="589200"/>
            <a:ext cx="31527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IBM Plex Mono"/>
              <a:buNone/>
            </a:pPr>
            <a:r>
              <a:rPr i="0" lang="en" sz="2000" u="none" cap="none" strike="noStrike">
                <a:solidFill>
                  <a:srgbClr val="CDE8FF"/>
                </a:solidFill>
                <a:latin typeface="Inter Tight"/>
                <a:ea typeface="Inter Tight"/>
                <a:cs typeface="Inter Tight"/>
                <a:sym typeface="Inter Tight"/>
              </a:rPr>
              <a:t>What the DA Harness Adds</a:t>
            </a:r>
            <a:endParaRPr i="0" sz="2000" u="none" cap="none" strike="noStrike">
              <a:solidFill>
                <a:srgbClr val="CDE8FF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418" name="Google Shape;2418;p206"/>
          <p:cNvSpPr/>
          <p:nvPr/>
        </p:nvSpPr>
        <p:spPr>
          <a:xfrm>
            <a:off x="8353125" y="173175"/>
            <a:ext cx="588900" cy="600300"/>
          </a:xfrm>
          <a:prstGeom prst="rect">
            <a:avLst/>
          </a:prstGeom>
          <a:solidFill>
            <a:srgbClr val="0307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2" name="Shape 2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3" name="Google Shape;2423;p207"/>
          <p:cNvSpPr/>
          <p:nvPr/>
        </p:nvSpPr>
        <p:spPr>
          <a:xfrm>
            <a:off x="702982" y="1023313"/>
            <a:ext cx="3522600" cy="459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FBFBFB"/>
                </a:solidFill>
                <a:latin typeface="Inter"/>
                <a:ea typeface="Inter"/>
                <a:cs typeface="Inter"/>
                <a:sym typeface="Inter"/>
              </a:rPr>
              <a:t>Work with real data durably</a:t>
            </a:r>
            <a:endParaRPr b="0" i="0" sz="1200" u="none" cap="none" strike="noStrike">
              <a:solidFill>
                <a:srgbClr val="FBFBF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24" name="Google Shape;2424;p207"/>
          <p:cNvSpPr/>
          <p:nvPr/>
        </p:nvSpPr>
        <p:spPr>
          <a:xfrm>
            <a:off x="4782430" y="1023313"/>
            <a:ext cx="3522600" cy="459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DE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CDE8FF"/>
                </a:solidFill>
                <a:latin typeface="Inter"/>
                <a:ea typeface="Inter"/>
                <a:cs typeface="Inter"/>
                <a:sym typeface="Inter"/>
              </a:rPr>
              <a:t>Virtual filesystem support</a:t>
            </a:r>
            <a:endParaRPr b="0" i="0" sz="1400" u="none" cap="none" strike="noStrike">
              <a:solidFill>
                <a:srgbClr val="CDE8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425" name="Google Shape;2425;p207"/>
          <p:cNvCxnSpPr>
            <a:stCxn id="2423" idx="3"/>
            <a:endCxn id="2424" idx="1"/>
          </p:cNvCxnSpPr>
          <p:nvPr/>
        </p:nvCxnSpPr>
        <p:spPr>
          <a:xfrm>
            <a:off x="4225582" y="1253113"/>
            <a:ext cx="556800" cy="0"/>
          </a:xfrm>
          <a:prstGeom prst="straightConnector1">
            <a:avLst/>
          </a:prstGeom>
          <a:gradFill>
            <a:gsLst>
              <a:gs pos="0">
                <a:schemeClr val="dk1"/>
              </a:gs>
              <a:gs pos="26000">
                <a:schemeClr val="dk1"/>
              </a:gs>
              <a:gs pos="96000">
                <a:srgbClr val="89CCFE"/>
              </a:gs>
              <a:gs pos="100000">
                <a:srgbClr val="868CFE"/>
              </a:gs>
            </a:gsLst>
            <a:lin ang="16198662" scaled="0"/>
          </a:gradFill>
          <a:ln cap="flat" cmpd="sng" w="38100">
            <a:solidFill>
              <a:srgbClr val="8D9D9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26" name="Google Shape;2426;p207"/>
          <p:cNvSpPr/>
          <p:nvPr/>
        </p:nvSpPr>
        <p:spPr>
          <a:xfrm>
            <a:off x="702982" y="1611345"/>
            <a:ext cx="3522600" cy="459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FBFBFB"/>
                </a:solidFill>
                <a:latin typeface="Inter"/>
                <a:ea typeface="Inter"/>
                <a:cs typeface="Inter"/>
                <a:sym typeface="Inter"/>
              </a:rPr>
              <a:t>Write and execute code</a:t>
            </a:r>
            <a:endParaRPr b="0" i="0" sz="1200" u="none" cap="none" strike="noStrike">
              <a:solidFill>
                <a:srgbClr val="FBFBF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27" name="Google Shape;2427;p207"/>
          <p:cNvSpPr/>
          <p:nvPr/>
        </p:nvSpPr>
        <p:spPr>
          <a:xfrm>
            <a:off x="4782430" y="1611345"/>
            <a:ext cx="3522600" cy="459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DE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CDE8FF"/>
                </a:solidFill>
                <a:latin typeface="Inter"/>
                <a:ea typeface="Inter"/>
                <a:cs typeface="Inter"/>
                <a:sym typeface="Inter"/>
              </a:rPr>
              <a:t>Code execution via execute tool </a:t>
            </a:r>
            <a:endParaRPr b="0" i="0" sz="1200" u="none" cap="none" strike="noStrike">
              <a:solidFill>
                <a:srgbClr val="CDE8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CDE8FF"/>
                </a:solidFill>
                <a:latin typeface="Inter"/>
                <a:ea typeface="Inter"/>
                <a:cs typeface="Inter"/>
                <a:sym typeface="Inter"/>
              </a:rPr>
              <a:t>and sandboxes</a:t>
            </a:r>
            <a:endParaRPr b="0" i="0" sz="1400" u="none" cap="none" strike="noStrike">
              <a:solidFill>
                <a:srgbClr val="CDE8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428" name="Google Shape;2428;p207"/>
          <p:cNvCxnSpPr>
            <a:stCxn id="2426" idx="3"/>
            <a:endCxn id="2427" idx="1"/>
          </p:cNvCxnSpPr>
          <p:nvPr/>
        </p:nvCxnSpPr>
        <p:spPr>
          <a:xfrm>
            <a:off x="4225582" y="1841145"/>
            <a:ext cx="556800" cy="0"/>
          </a:xfrm>
          <a:prstGeom prst="straightConnector1">
            <a:avLst/>
          </a:prstGeom>
          <a:gradFill>
            <a:gsLst>
              <a:gs pos="0">
                <a:schemeClr val="dk1"/>
              </a:gs>
              <a:gs pos="26000">
                <a:schemeClr val="dk1"/>
              </a:gs>
              <a:gs pos="96000">
                <a:srgbClr val="89CCFE"/>
              </a:gs>
              <a:gs pos="100000">
                <a:srgbClr val="868CFE"/>
              </a:gs>
            </a:gsLst>
            <a:lin ang="16198662" scaled="0"/>
          </a:gradFill>
          <a:ln cap="flat" cmpd="sng" w="38100">
            <a:solidFill>
              <a:srgbClr val="8D9D9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29" name="Google Shape;2429;p207"/>
          <p:cNvSpPr/>
          <p:nvPr/>
        </p:nvSpPr>
        <p:spPr>
          <a:xfrm>
            <a:off x="702987" y="2174394"/>
            <a:ext cx="3522600" cy="459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FBFBFB"/>
                </a:solidFill>
                <a:latin typeface="Inter"/>
                <a:ea typeface="Inter"/>
                <a:cs typeface="Inter"/>
                <a:sym typeface="Inter"/>
              </a:rPr>
              <a:t>Safe execution</a:t>
            </a:r>
            <a:endParaRPr b="0" i="0" sz="1200" u="none" cap="none" strike="noStrike">
              <a:solidFill>
                <a:srgbClr val="FBFBF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30" name="Google Shape;2430;p207"/>
          <p:cNvSpPr/>
          <p:nvPr/>
        </p:nvSpPr>
        <p:spPr>
          <a:xfrm>
            <a:off x="4782435" y="2174394"/>
            <a:ext cx="3522600" cy="459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DE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CDE8FF"/>
                </a:solidFill>
                <a:latin typeface="Inter"/>
                <a:ea typeface="Inter"/>
                <a:cs typeface="Inter"/>
                <a:sym typeface="Inter"/>
              </a:rPr>
              <a:t>Sandboxes, filesystem permissions </a:t>
            </a:r>
            <a:endParaRPr b="0" i="0" sz="1200" u="none" cap="none" strike="noStrike">
              <a:solidFill>
                <a:srgbClr val="CDE8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CDE8FF"/>
                </a:solidFill>
                <a:latin typeface="Inter"/>
                <a:ea typeface="Inter"/>
                <a:cs typeface="Inter"/>
                <a:sym typeface="Inter"/>
              </a:rPr>
              <a:t>and middleware hooks</a:t>
            </a:r>
            <a:endParaRPr b="0" i="0" sz="1400" u="none" cap="none" strike="noStrike">
              <a:solidFill>
                <a:srgbClr val="CDE8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431" name="Google Shape;2431;p207"/>
          <p:cNvCxnSpPr>
            <a:stCxn id="2429" idx="3"/>
            <a:endCxn id="2430" idx="1"/>
          </p:cNvCxnSpPr>
          <p:nvPr/>
        </p:nvCxnSpPr>
        <p:spPr>
          <a:xfrm>
            <a:off x="4225587" y="2404194"/>
            <a:ext cx="556800" cy="0"/>
          </a:xfrm>
          <a:prstGeom prst="straightConnector1">
            <a:avLst/>
          </a:prstGeom>
          <a:gradFill>
            <a:gsLst>
              <a:gs pos="0">
                <a:schemeClr val="dk1"/>
              </a:gs>
              <a:gs pos="26000">
                <a:schemeClr val="dk1"/>
              </a:gs>
              <a:gs pos="96000">
                <a:srgbClr val="89CCFE"/>
              </a:gs>
              <a:gs pos="100000">
                <a:srgbClr val="868CFE"/>
              </a:gs>
            </a:gsLst>
            <a:lin ang="16198662" scaled="0"/>
          </a:gradFill>
          <a:ln cap="flat" cmpd="sng" w="38100">
            <a:solidFill>
              <a:srgbClr val="8D9D9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32" name="Google Shape;2432;p207"/>
          <p:cNvSpPr/>
          <p:nvPr/>
        </p:nvSpPr>
        <p:spPr>
          <a:xfrm>
            <a:off x="702991" y="2749932"/>
            <a:ext cx="3522600" cy="459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FBFBFB"/>
                </a:solidFill>
                <a:latin typeface="Inter"/>
                <a:ea typeface="Inter"/>
                <a:cs typeface="Inter"/>
                <a:sym typeface="Inter"/>
              </a:rPr>
              <a:t>Access and remember knowledge</a:t>
            </a:r>
            <a:endParaRPr b="0" i="0" sz="1200" u="none" cap="none" strike="noStrike">
              <a:solidFill>
                <a:srgbClr val="FBFBF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33" name="Google Shape;2433;p207"/>
          <p:cNvSpPr/>
          <p:nvPr/>
        </p:nvSpPr>
        <p:spPr>
          <a:xfrm>
            <a:off x="4782439" y="2749932"/>
            <a:ext cx="3522600" cy="459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DE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CDE8FF"/>
                </a:solidFill>
                <a:latin typeface="Inter"/>
                <a:ea typeface="Inter"/>
                <a:cs typeface="Inter"/>
                <a:sym typeface="Inter"/>
              </a:rPr>
              <a:t>Memory, skills, MCP</a:t>
            </a:r>
            <a:endParaRPr b="0" i="0" sz="1400" u="none" cap="none" strike="noStrike">
              <a:solidFill>
                <a:srgbClr val="CDE8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434" name="Google Shape;2434;p207"/>
          <p:cNvCxnSpPr>
            <a:stCxn id="2432" idx="3"/>
            <a:endCxn id="2433" idx="1"/>
          </p:cNvCxnSpPr>
          <p:nvPr/>
        </p:nvCxnSpPr>
        <p:spPr>
          <a:xfrm>
            <a:off x="4225591" y="2979732"/>
            <a:ext cx="556800" cy="0"/>
          </a:xfrm>
          <a:prstGeom prst="straightConnector1">
            <a:avLst/>
          </a:prstGeom>
          <a:gradFill>
            <a:gsLst>
              <a:gs pos="0">
                <a:schemeClr val="dk1"/>
              </a:gs>
              <a:gs pos="26000">
                <a:schemeClr val="dk1"/>
              </a:gs>
              <a:gs pos="96000">
                <a:srgbClr val="89CCFE"/>
              </a:gs>
              <a:gs pos="100000">
                <a:srgbClr val="868CFE"/>
              </a:gs>
            </a:gsLst>
            <a:lin ang="16198662" scaled="0"/>
          </a:gradFill>
          <a:ln cap="flat" cmpd="sng" w="38100">
            <a:solidFill>
              <a:srgbClr val="8D9D9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35" name="Google Shape;2435;p207"/>
          <p:cNvSpPr/>
          <p:nvPr/>
        </p:nvSpPr>
        <p:spPr>
          <a:xfrm>
            <a:off x="702982" y="3325465"/>
            <a:ext cx="3522600" cy="459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FBFBFB"/>
                </a:solidFill>
                <a:latin typeface="Inter"/>
                <a:ea typeface="Inter"/>
                <a:cs typeface="Inter"/>
                <a:sym typeface="Inter"/>
              </a:rPr>
              <a:t>Complete long horizon work</a:t>
            </a:r>
            <a:endParaRPr b="0" i="0" sz="1200" u="none" cap="none" strike="noStrike">
              <a:solidFill>
                <a:srgbClr val="FBFBF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36" name="Google Shape;2436;p207"/>
          <p:cNvSpPr/>
          <p:nvPr/>
        </p:nvSpPr>
        <p:spPr>
          <a:xfrm>
            <a:off x="4782430" y="3325465"/>
            <a:ext cx="3522600" cy="459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DE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CDE8FF"/>
                </a:solidFill>
                <a:latin typeface="Inter"/>
                <a:ea typeface="Inter"/>
                <a:cs typeface="Inter"/>
                <a:sym typeface="Inter"/>
              </a:rPr>
              <a:t>Built-in context management</a:t>
            </a:r>
            <a:endParaRPr b="0" i="0" sz="1400" u="none" cap="none" strike="noStrike">
              <a:solidFill>
                <a:srgbClr val="CDE8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437" name="Google Shape;2437;p207"/>
          <p:cNvCxnSpPr>
            <a:stCxn id="2435" idx="3"/>
            <a:endCxn id="2436" idx="1"/>
          </p:cNvCxnSpPr>
          <p:nvPr/>
        </p:nvCxnSpPr>
        <p:spPr>
          <a:xfrm>
            <a:off x="4225582" y="3555265"/>
            <a:ext cx="556800" cy="0"/>
          </a:xfrm>
          <a:prstGeom prst="straightConnector1">
            <a:avLst/>
          </a:prstGeom>
          <a:gradFill>
            <a:gsLst>
              <a:gs pos="0">
                <a:schemeClr val="dk1"/>
              </a:gs>
              <a:gs pos="26000">
                <a:schemeClr val="dk1"/>
              </a:gs>
              <a:gs pos="96000">
                <a:srgbClr val="89CCFE"/>
              </a:gs>
              <a:gs pos="100000">
                <a:srgbClr val="868CFE"/>
              </a:gs>
            </a:gsLst>
            <a:lin ang="16198662" scaled="0"/>
          </a:gradFill>
          <a:ln cap="flat" cmpd="sng" w="38100">
            <a:solidFill>
              <a:srgbClr val="8D9D9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38" name="Google Shape;2438;p207"/>
          <p:cNvSpPr txBox="1"/>
          <p:nvPr>
            <p:ph type="title"/>
          </p:nvPr>
        </p:nvSpPr>
        <p:spPr>
          <a:xfrm>
            <a:off x="1084275" y="589200"/>
            <a:ext cx="27600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IBM Plex Mono"/>
              <a:buNone/>
            </a:pPr>
            <a:r>
              <a:rPr lang="en" sz="2000">
                <a:solidFill>
                  <a:schemeClr val="lt1"/>
                </a:solidFill>
              </a:rPr>
              <a:t>Desired Agent Behavior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2439" name="Google Shape;2439;p207"/>
          <p:cNvSpPr txBox="1"/>
          <p:nvPr/>
        </p:nvSpPr>
        <p:spPr>
          <a:xfrm>
            <a:off x="4967375" y="589200"/>
            <a:ext cx="31527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IBM Plex Mono"/>
              <a:buNone/>
            </a:pPr>
            <a:r>
              <a:rPr i="0" lang="en" sz="2000" u="none" cap="none" strike="noStrike">
                <a:solidFill>
                  <a:srgbClr val="CDE8FF"/>
                </a:solidFill>
                <a:latin typeface="Inter Tight"/>
                <a:ea typeface="Inter Tight"/>
                <a:cs typeface="Inter Tight"/>
                <a:sym typeface="Inter Tight"/>
              </a:rPr>
              <a:t>What the DA Harness Adds</a:t>
            </a:r>
            <a:endParaRPr i="0" sz="2000" u="none" cap="none" strike="noStrike">
              <a:solidFill>
                <a:srgbClr val="CDE8FF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440" name="Google Shape;2440;p207"/>
          <p:cNvSpPr/>
          <p:nvPr/>
        </p:nvSpPr>
        <p:spPr>
          <a:xfrm>
            <a:off x="8353125" y="173175"/>
            <a:ext cx="588900" cy="600300"/>
          </a:xfrm>
          <a:prstGeom prst="rect">
            <a:avLst/>
          </a:prstGeom>
          <a:solidFill>
            <a:srgbClr val="0307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4" name="Shape 2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5" name="Google Shape;2445;p208"/>
          <p:cNvSpPr/>
          <p:nvPr/>
        </p:nvSpPr>
        <p:spPr>
          <a:xfrm>
            <a:off x="702982" y="1023313"/>
            <a:ext cx="3522600" cy="459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FBFBFB"/>
                </a:solidFill>
                <a:latin typeface="Inter"/>
                <a:ea typeface="Inter"/>
                <a:cs typeface="Inter"/>
                <a:sym typeface="Inter"/>
              </a:rPr>
              <a:t>Work with real data durably</a:t>
            </a:r>
            <a:endParaRPr b="0" i="0" sz="1200" u="none" cap="none" strike="noStrike">
              <a:solidFill>
                <a:srgbClr val="FBFBF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46" name="Google Shape;2446;p208"/>
          <p:cNvSpPr/>
          <p:nvPr/>
        </p:nvSpPr>
        <p:spPr>
          <a:xfrm>
            <a:off x="4782430" y="1023313"/>
            <a:ext cx="3522600" cy="459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DE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CDE8FF"/>
                </a:solidFill>
                <a:latin typeface="Inter"/>
                <a:ea typeface="Inter"/>
                <a:cs typeface="Inter"/>
                <a:sym typeface="Inter"/>
              </a:rPr>
              <a:t>Virtual filesystem support</a:t>
            </a:r>
            <a:endParaRPr b="0" i="0" sz="1400" u="none" cap="none" strike="noStrike">
              <a:solidFill>
                <a:srgbClr val="CDE8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447" name="Google Shape;2447;p208"/>
          <p:cNvCxnSpPr>
            <a:stCxn id="2445" idx="3"/>
            <a:endCxn id="2446" idx="1"/>
          </p:cNvCxnSpPr>
          <p:nvPr/>
        </p:nvCxnSpPr>
        <p:spPr>
          <a:xfrm>
            <a:off x="4225582" y="1253113"/>
            <a:ext cx="556800" cy="0"/>
          </a:xfrm>
          <a:prstGeom prst="straightConnector1">
            <a:avLst/>
          </a:prstGeom>
          <a:gradFill>
            <a:gsLst>
              <a:gs pos="0">
                <a:schemeClr val="dk1"/>
              </a:gs>
              <a:gs pos="26000">
                <a:schemeClr val="dk1"/>
              </a:gs>
              <a:gs pos="96000">
                <a:srgbClr val="89CCFE"/>
              </a:gs>
              <a:gs pos="100000">
                <a:srgbClr val="868CFE"/>
              </a:gs>
            </a:gsLst>
            <a:lin ang="16198662" scaled="0"/>
          </a:gradFill>
          <a:ln cap="flat" cmpd="sng" w="38100">
            <a:solidFill>
              <a:srgbClr val="8D9D9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48" name="Google Shape;2448;p208"/>
          <p:cNvSpPr/>
          <p:nvPr/>
        </p:nvSpPr>
        <p:spPr>
          <a:xfrm>
            <a:off x="702982" y="1611345"/>
            <a:ext cx="3522600" cy="459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FBFBFB"/>
                </a:solidFill>
                <a:latin typeface="Inter"/>
                <a:ea typeface="Inter"/>
                <a:cs typeface="Inter"/>
                <a:sym typeface="Inter"/>
              </a:rPr>
              <a:t>Write and execute code</a:t>
            </a:r>
            <a:endParaRPr b="0" i="0" sz="1200" u="none" cap="none" strike="noStrike">
              <a:solidFill>
                <a:srgbClr val="FBFBF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49" name="Google Shape;2449;p208"/>
          <p:cNvSpPr/>
          <p:nvPr/>
        </p:nvSpPr>
        <p:spPr>
          <a:xfrm>
            <a:off x="4782430" y="1611345"/>
            <a:ext cx="3522600" cy="459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DE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CDE8FF"/>
                </a:solidFill>
                <a:latin typeface="Inter"/>
                <a:ea typeface="Inter"/>
                <a:cs typeface="Inter"/>
                <a:sym typeface="Inter"/>
              </a:rPr>
              <a:t>Code execution via execute tool </a:t>
            </a:r>
            <a:endParaRPr b="0" i="0" sz="1200" u="none" cap="none" strike="noStrike">
              <a:solidFill>
                <a:srgbClr val="CDE8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CDE8FF"/>
                </a:solidFill>
                <a:latin typeface="Inter"/>
                <a:ea typeface="Inter"/>
                <a:cs typeface="Inter"/>
                <a:sym typeface="Inter"/>
              </a:rPr>
              <a:t>and sandboxes</a:t>
            </a:r>
            <a:endParaRPr b="0" i="0" sz="1400" u="none" cap="none" strike="noStrike">
              <a:solidFill>
                <a:srgbClr val="CDE8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450" name="Google Shape;2450;p208"/>
          <p:cNvCxnSpPr>
            <a:stCxn id="2448" idx="3"/>
            <a:endCxn id="2449" idx="1"/>
          </p:cNvCxnSpPr>
          <p:nvPr/>
        </p:nvCxnSpPr>
        <p:spPr>
          <a:xfrm>
            <a:off x="4225582" y="1841145"/>
            <a:ext cx="556800" cy="0"/>
          </a:xfrm>
          <a:prstGeom prst="straightConnector1">
            <a:avLst/>
          </a:prstGeom>
          <a:gradFill>
            <a:gsLst>
              <a:gs pos="0">
                <a:schemeClr val="dk1"/>
              </a:gs>
              <a:gs pos="26000">
                <a:schemeClr val="dk1"/>
              </a:gs>
              <a:gs pos="96000">
                <a:srgbClr val="89CCFE"/>
              </a:gs>
              <a:gs pos="100000">
                <a:srgbClr val="868CFE"/>
              </a:gs>
            </a:gsLst>
            <a:lin ang="16198662" scaled="0"/>
          </a:gradFill>
          <a:ln cap="flat" cmpd="sng" w="38100">
            <a:solidFill>
              <a:srgbClr val="8D9D9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51" name="Google Shape;2451;p208"/>
          <p:cNvSpPr/>
          <p:nvPr/>
        </p:nvSpPr>
        <p:spPr>
          <a:xfrm>
            <a:off x="702987" y="2174394"/>
            <a:ext cx="3522600" cy="459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FBFBFB"/>
                </a:solidFill>
                <a:latin typeface="Inter"/>
                <a:ea typeface="Inter"/>
                <a:cs typeface="Inter"/>
                <a:sym typeface="Inter"/>
              </a:rPr>
              <a:t>Safe execution</a:t>
            </a:r>
            <a:endParaRPr b="0" i="0" sz="1200" u="none" cap="none" strike="noStrike">
              <a:solidFill>
                <a:srgbClr val="FBFBF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52" name="Google Shape;2452;p208"/>
          <p:cNvSpPr/>
          <p:nvPr/>
        </p:nvSpPr>
        <p:spPr>
          <a:xfrm>
            <a:off x="4782435" y="2174394"/>
            <a:ext cx="3522600" cy="459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DE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CDE8FF"/>
                </a:solidFill>
                <a:latin typeface="Inter"/>
                <a:ea typeface="Inter"/>
                <a:cs typeface="Inter"/>
                <a:sym typeface="Inter"/>
              </a:rPr>
              <a:t>Sandboxes, filesystem permissions </a:t>
            </a:r>
            <a:endParaRPr b="0" i="0" sz="1200" u="none" cap="none" strike="noStrike">
              <a:solidFill>
                <a:srgbClr val="CDE8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CDE8FF"/>
                </a:solidFill>
                <a:latin typeface="Inter"/>
                <a:ea typeface="Inter"/>
                <a:cs typeface="Inter"/>
                <a:sym typeface="Inter"/>
              </a:rPr>
              <a:t>and middleware hooks</a:t>
            </a:r>
            <a:endParaRPr b="0" i="0" sz="1400" u="none" cap="none" strike="noStrike">
              <a:solidFill>
                <a:srgbClr val="CDE8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453" name="Google Shape;2453;p208"/>
          <p:cNvCxnSpPr>
            <a:stCxn id="2451" idx="3"/>
            <a:endCxn id="2452" idx="1"/>
          </p:cNvCxnSpPr>
          <p:nvPr/>
        </p:nvCxnSpPr>
        <p:spPr>
          <a:xfrm>
            <a:off x="4225587" y="2404194"/>
            <a:ext cx="556800" cy="0"/>
          </a:xfrm>
          <a:prstGeom prst="straightConnector1">
            <a:avLst/>
          </a:prstGeom>
          <a:gradFill>
            <a:gsLst>
              <a:gs pos="0">
                <a:schemeClr val="dk1"/>
              </a:gs>
              <a:gs pos="26000">
                <a:schemeClr val="dk1"/>
              </a:gs>
              <a:gs pos="96000">
                <a:srgbClr val="89CCFE"/>
              </a:gs>
              <a:gs pos="100000">
                <a:srgbClr val="868CFE"/>
              </a:gs>
            </a:gsLst>
            <a:lin ang="16198662" scaled="0"/>
          </a:gradFill>
          <a:ln cap="flat" cmpd="sng" w="38100">
            <a:solidFill>
              <a:srgbClr val="8D9D9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54" name="Google Shape;2454;p208"/>
          <p:cNvSpPr/>
          <p:nvPr/>
        </p:nvSpPr>
        <p:spPr>
          <a:xfrm>
            <a:off x="702991" y="2749932"/>
            <a:ext cx="3522600" cy="459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FBFBFB"/>
                </a:solidFill>
                <a:latin typeface="Inter"/>
                <a:ea typeface="Inter"/>
                <a:cs typeface="Inter"/>
                <a:sym typeface="Inter"/>
              </a:rPr>
              <a:t>Access and remember knowledge</a:t>
            </a:r>
            <a:endParaRPr b="0" i="0" sz="1200" u="none" cap="none" strike="noStrike">
              <a:solidFill>
                <a:srgbClr val="FBFBF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55" name="Google Shape;2455;p208"/>
          <p:cNvSpPr/>
          <p:nvPr/>
        </p:nvSpPr>
        <p:spPr>
          <a:xfrm>
            <a:off x="4782439" y="2749932"/>
            <a:ext cx="3522600" cy="459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DE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CDE8FF"/>
                </a:solidFill>
                <a:latin typeface="Inter"/>
                <a:ea typeface="Inter"/>
                <a:cs typeface="Inter"/>
                <a:sym typeface="Inter"/>
              </a:rPr>
              <a:t>Memory, skills, MCP</a:t>
            </a:r>
            <a:endParaRPr b="0" i="0" sz="1400" u="none" cap="none" strike="noStrike">
              <a:solidFill>
                <a:srgbClr val="CDE8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456" name="Google Shape;2456;p208"/>
          <p:cNvCxnSpPr>
            <a:stCxn id="2454" idx="3"/>
            <a:endCxn id="2455" idx="1"/>
          </p:cNvCxnSpPr>
          <p:nvPr/>
        </p:nvCxnSpPr>
        <p:spPr>
          <a:xfrm>
            <a:off x="4225591" y="2979732"/>
            <a:ext cx="556800" cy="0"/>
          </a:xfrm>
          <a:prstGeom prst="straightConnector1">
            <a:avLst/>
          </a:prstGeom>
          <a:gradFill>
            <a:gsLst>
              <a:gs pos="0">
                <a:schemeClr val="dk1"/>
              </a:gs>
              <a:gs pos="26000">
                <a:schemeClr val="dk1"/>
              </a:gs>
              <a:gs pos="96000">
                <a:srgbClr val="89CCFE"/>
              </a:gs>
              <a:gs pos="100000">
                <a:srgbClr val="868CFE"/>
              </a:gs>
            </a:gsLst>
            <a:lin ang="16198662" scaled="0"/>
          </a:gradFill>
          <a:ln cap="flat" cmpd="sng" w="38100">
            <a:solidFill>
              <a:srgbClr val="8D9D9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57" name="Google Shape;2457;p208"/>
          <p:cNvSpPr/>
          <p:nvPr/>
        </p:nvSpPr>
        <p:spPr>
          <a:xfrm>
            <a:off x="702982" y="3325465"/>
            <a:ext cx="3522600" cy="459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FBFBFB"/>
                </a:solidFill>
                <a:latin typeface="Inter"/>
                <a:ea typeface="Inter"/>
                <a:cs typeface="Inter"/>
                <a:sym typeface="Inter"/>
              </a:rPr>
              <a:t>Complete long horizon work</a:t>
            </a:r>
            <a:endParaRPr b="0" i="0" sz="1200" u="none" cap="none" strike="noStrike">
              <a:solidFill>
                <a:srgbClr val="FBFBF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58" name="Google Shape;2458;p208"/>
          <p:cNvSpPr/>
          <p:nvPr/>
        </p:nvSpPr>
        <p:spPr>
          <a:xfrm>
            <a:off x="4782430" y="3325465"/>
            <a:ext cx="3522600" cy="459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DE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CDE8FF"/>
                </a:solidFill>
                <a:latin typeface="Inter"/>
                <a:ea typeface="Inter"/>
                <a:cs typeface="Inter"/>
                <a:sym typeface="Inter"/>
              </a:rPr>
              <a:t>Built-in context management</a:t>
            </a:r>
            <a:endParaRPr b="0" i="0" sz="1400" u="none" cap="none" strike="noStrike">
              <a:solidFill>
                <a:srgbClr val="CDE8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459" name="Google Shape;2459;p208"/>
          <p:cNvCxnSpPr>
            <a:stCxn id="2457" idx="3"/>
            <a:endCxn id="2458" idx="1"/>
          </p:cNvCxnSpPr>
          <p:nvPr/>
        </p:nvCxnSpPr>
        <p:spPr>
          <a:xfrm>
            <a:off x="4225582" y="3555265"/>
            <a:ext cx="556800" cy="0"/>
          </a:xfrm>
          <a:prstGeom prst="straightConnector1">
            <a:avLst/>
          </a:prstGeom>
          <a:gradFill>
            <a:gsLst>
              <a:gs pos="0">
                <a:schemeClr val="dk1"/>
              </a:gs>
              <a:gs pos="26000">
                <a:schemeClr val="dk1"/>
              </a:gs>
              <a:gs pos="96000">
                <a:srgbClr val="89CCFE"/>
              </a:gs>
              <a:gs pos="100000">
                <a:srgbClr val="868CFE"/>
              </a:gs>
            </a:gsLst>
            <a:lin ang="16198662" scaled="0"/>
          </a:gradFill>
          <a:ln cap="flat" cmpd="sng" w="38100">
            <a:solidFill>
              <a:srgbClr val="8D9D9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60" name="Google Shape;2460;p208"/>
          <p:cNvSpPr/>
          <p:nvPr/>
        </p:nvSpPr>
        <p:spPr>
          <a:xfrm>
            <a:off x="702982" y="3900998"/>
            <a:ext cx="3522600" cy="459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FBFBFB"/>
                </a:solidFill>
                <a:latin typeface="Inter"/>
                <a:ea typeface="Inter"/>
                <a:cs typeface="Inter"/>
                <a:sym typeface="Inter"/>
              </a:rPr>
              <a:t>Optimized for provider and model choice</a:t>
            </a:r>
            <a:endParaRPr b="0" i="0" sz="1200" u="none" cap="none" strike="noStrike">
              <a:solidFill>
                <a:srgbClr val="FBFBF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61" name="Google Shape;2461;p208"/>
          <p:cNvSpPr/>
          <p:nvPr/>
        </p:nvSpPr>
        <p:spPr>
          <a:xfrm>
            <a:off x="4782430" y="3900998"/>
            <a:ext cx="3522600" cy="459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DE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CDE8FF"/>
                </a:solidFill>
                <a:latin typeface="Inter"/>
                <a:ea typeface="Inter"/>
                <a:cs typeface="Inter"/>
                <a:sym typeface="Inter"/>
              </a:rPr>
              <a:t>Harness profiles</a:t>
            </a:r>
            <a:endParaRPr b="0" i="0" sz="1400" u="none" cap="none" strike="noStrike">
              <a:solidFill>
                <a:srgbClr val="CDE8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462" name="Google Shape;2462;p208"/>
          <p:cNvCxnSpPr>
            <a:stCxn id="2460" idx="3"/>
            <a:endCxn id="2461" idx="1"/>
          </p:cNvCxnSpPr>
          <p:nvPr/>
        </p:nvCxnSpPr>
        <p:spPr>
          <a:xfrm>
            <a:off x="4225582" y="4130798"/>
            <a:ext cx="556800" cy="0"/>
          </a:xfrm>
          <a:prstGeom prst="straightConnector1">
            <a:avLst/>
          </a:prstGeom>
          <a:gradFill>
            <a:gsLst>
              <a:gs pos="0">
                <a:schemeClr val="dk1"/>
              </a:gs>
              <a:gs pos="26000">
                <a:schemeClr val="dk1"/>
              </a:gs>
              <a:gs pos="96000">
                <a:srgbClr val="89CCFE"/>
              </a:gs>
              <a:gs pos="100000">
                <a:srgbClr val="868CFE"/>
              </a:gs>
            </a:gsLst>
            <a:lin ang="16198662" scaled="0"/>
          </a:gradFill>
          <a:ln cap="flat" cmpd="sng" w="38100">
            <a:solidFill>
              <a:srgbClr val="8D9D9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63" name="Google Shape;2463;p208"/>
          <p:cNvCxnSpPr/>
          <p:nvPr/>
        </p:nvCxnSpPr>
        <p:spPr>
          <a:xfrm>
            <a:off x="4225716" y="4126716"/>
            <a:ext cx="556800" cy="0"/>
          </a:xfrm>
          <a:prstGeom prst="straightConnector1">
            <a:avLst/>
          </a:prstGeom>
          <a:gradFill>
            <a:gsLst>
              <a:gs pos="0">
                <a:schemeClr val="dk1"/>
              </a:gs>
              <a:gs pos="26000">
                <a:schemeClr val="dk1"/>
              </a:gs>
              <a:gs pos="96000">
                <a:srgbClr val="89CCFE"/>
              </a:gs>
              <a:gs pos="100000">
                <a:srgbClr val="868CFE"/>
              </a:gs>
            </a:gsLst>
            <a:lin ang="16198662" scaled="0"/>
          </a:gradFill>
          <a:ln cap="flat" cmpd="sng" w="38100">
            <a:solidFill>
              <a:srgbClr val="8D9D9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64" name="Google Shape;2464;p208"/>
          <p:cNvSpPr txBox="1"/>
          <p:nvPr>
            <p:ph type="title"/>
          </p:nvPr>
        </p:nvSpPr>
        <p:spPr>
          <a:xfrm>
            <a:off x="1084275" y="589200"/>
            <a:ext cx="27600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IBM Plex Mono"/>
              <a:buNone/>
            </a:pPr>
            <a:r>
              <a:rPr lang="en" sz="2000">
                <a:solidFill>
                  <a:schemeClr val="lt1"/>
                </a:solidFill>
              </a:rPr>
              <a:t>Desired Agent Behavior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2465" name="Google Shape;2465;p208"/>
          <p:cNvSpPr txBox="1"/>
          <p:nvPr/>
        </p:nvSpPr>
        <p:spPr>
          <a:xfrm>
            <a:off x="4967375" y="589200"/>
            <a:ext cx="31527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IBM Plex Mono"/>
              <a:buNone/>
            </a:pPr>
            <a:r>
              <a:rPr i="0" lang="en" sz="2000" u="none" cap="none" strike="noStrike">
                <a:solidFill>
                  <a:srgbClr val="CDE8FF"/>
                </a:solidFill>
                <a:latin typeface="Inter Tight"/>
                <a:ea typeface="Inter Tight"/>
                <a:cs typeface="Inter Tight"/>
                <a:sym typeface="Inter Tight"/>
              </a:rPr>
              <a:t>What the DA Harness Adds</a:t>
            </a:r>
            <a:endParaRPr i="0" sz="2000" u="none" cap="none" strike="noStrike">
              <a:solidFill>
                <a:srgbClr val="CDE8FF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466" name="Google Shape;2466;p208"/>
          <p:cNvSpPr/>
          <p:nvPr/>
        </p:nvSpPr>
        <p:spPr>
          <a:xfrm>
            <a:off x="8353125" y="173175"/>
            <a:ext cx="588900" cy="600300"/>
          </a:xfrm>
          <a:prstGeom prst="rect">
            <a:avLst/>
          </a:prstGeom>
          <a:solidFill>
            <a:srgbClr val="0307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0" name="Shape 2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1" name="Google Shape;2471;p209"/>
          <p:cNvSpPr txBox="1"/>
          <p:nvPr>
            <p:ph type="title"/>
          </p:nvPr>
        </p:nvSpPr>
        <p:spPr>
          <a:xfrm>
            <a:off x="709825" y="391226"/>
            <a:ext cx="74421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800">
                <a:latin typeface="Inter"/>
                <a:ea typeface="Inter"/>
                <a:cs typeface="Inter"/>
                <a:sym typeface="Inter"/>
              </a:rPr>
              <a:t>Demo</a:t>
            </a:r>
            <a:endParaRPr/>
          </a:p>
        </p:txBody>
      </p:sp>
      <p:sp>
        <p:nvSpPr>
          <p:cNvPr id="2472" name="Google Shape;2472;p209"/>
          <p:cNvSpPr txBox="1"/>
          <p:nvPr/>
        </p:nvSpPr>
        <p:spPr>
          <a:xfrm>
            <a:off x="709825" y="1448675"/>
            <a:ext cx="3693900" cy="20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" sz="1800" u="none" cap="none" strike="noStrike">
                <a:solidFill>
                  <a:srgbClr val="FBFBFB"/>
                </a:solidFill>
                <a:latin typeface="Inter"/>
                <a:ea typeface="Inter"/>
                <a:cs typeface="Inter"/>
                <a:sym typeface="Inter"/>
              </a:rPr>
              <a:t>Building </a:t>
            </a:r>
            <a:r>
              <a:rPr i="1" lang="en" sz="1800">
                <a:solidFill>
                  <a:srgbClr val="FBFBFB"/>
                </a:solidFill>
                <a:latin typeface="Inter"/>
                <a:ea typeface="Inter"/>
                <a:cs typeface="Inter"/>
                <a:sym typeface="Inter"/>
              </a:rPr>
              <a:t>a Journal</a:t>
            </a:r>
            <a:r>
              <a:rPr b="0" i="1" lang="en" sz="1800" u="none" cap="none" strike="noStrike">
                <a:solidFill>
                  <a:srgbClr val="FBFBFB"/>
                </a:solidFill>
                <a:latin typeface="Inter"/>
                <a:ea typeface="Inter"/>
                <a:cs typeface="Inter"/>
                <a:sym typeface="Inter"/>
              </a:rPr>
              <a:t> Deep Agent:</a:t>
            </a:r>
            <a:endParaRPr b="0" i="1" sz="1600" u="none" cap="none" strike="noStrike">
              <a:solidFill>
                <a:srgbClr val="FBFBF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BFBF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800">
                <a:solidFill>
                  <a:srgbClr val="FBFBFB"/>
                </a:solidFill>
                <a:latin typeface="Inter"/>
                <a:ea typeface="Inter"/>
                <a:cs typeface="Inter"/>
                <a:sym typeface="Inter"/>
              </a:rPr>
              <a:t>  1. The Harness</a:t>
            </a:r>
            <a:endParaRPr sz="1800">
              <a:solidFill>
                <a:srgbClr val="FBFBF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800">
                <a:solidFill>
                  <a:srgbClr val="FBFBFB"/>
                </a:solidFill>
                <a:latin typeface="Inter"/>
                <a:ea typeface="Inter"/>
                <a:cs typeface="Inter"/>
                <a:sym typeface="Inter"/>
              </a:rPr>
              <a:t>  2. The System Prompt</a:t>
            </a:r>
            <a:endParaRPr sz="1800">
              <a:solidFill>
                <a:srgbClr val="FBFBF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800">
                <a:solidFill>
                  <a:srgbClr val="FBFBFB"/>
                </a:solidFill>
                <a:latin typeface="Inter"/>
                <a:ea typeface="Inter"/>
                <a:cs typeface="Inter"/>
                <a:sym typeface="Inter"/>
              </a:rPr>
              <a:t>  3. Adding Custom Tools</a:t>
            </a:r>
            <a:endParaRPr sz="1800">
              <a:solidFill>
                <a:srgbClr val="FBFBF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800">
                <a:solidFill>
                  <a:srgbClr val="FBFBFB"/>
                </a:solidFill>
                <a:latin typeface="Inter"/>
                <a:ea typeface="Inter"/>
                <a:cs typeface="Inter"/>
                <a:sym typeface="Inter"/>
              </a:rPr>
              <a:t>  4. Human-In-The-Loop</a:t>
            </a:r>
            <a:endParaRPr sz="1800">
              <a:solidFill>
                <a:srgbClr val="FBFBF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800">
                <a:solidFill>
                  <a:srgbClr val="FBFBFB"/>
                </a:solidFill>
                <a:latin typeface="Inter"/>
                <a:ea typeface="Inter"/>
                <a:cs typeface="Inter"/>
                <a:sym typeface="Inter"/>
              </a:rPr>
              <a:t>  5. Subagents</a:t>
            </a:r>
            <a:endParaRPr sz="1700">
              <a:solidFill>
                <a:srgbClr val="FBFBF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73" name="Google Shape;2473;p209"/>
          <p:cNvSpPr txBox="1"/>
          <p:nvPr/>
        </p:nvSpPr>
        <p:spPr>
          <a:xfrm>
            <a:off x="5715438" y="3595413"/>
            <a:ext cx="189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Colab Notebook</a:t>
            </a:r>
            <a:endParaRPr b="0" i="0" sz="1000" u="none" cap="none" strike="noStrike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pic>
        <p:nvPicPr>
          <p:cNvPr id="2474" name="Google Shape;2474;p209" title="colab-research-google-com-driv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9850" y="1353326"/>
            <a:ext cx="2244488" cy="2244488"/>
          </a:xfrm>
          <a:prstGeom prst="rect">
            <a:avLst/>
          </a:prstGeom>
          <a:noFill/>
          <a:ln>
            <a:noFill/>
          </a:ln>
        </p:spPr>
      </p:pic>
      <p:sp>
        <p:nvSpPr>
          <p:cNvPr id="2475" name="Google Shape;2475;p209"/>
          <p:cNvSpPr txBox="1"/>
          <p:nvPr/>
        </p:nvSpPr>
        <p:spPr>
          <a:xfrm>
            <a:off x="751300" y="4309650"/>
            <a:ext cx="52674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CCE9FF"/>
                </a:solidFill>
                <a:latin typeface="Inter Tight"/>
                <a:ea typeface="Inter Tight"/>
                <a:cs typeface="Inter Tight"/>
                <a:sym typeface="Inter Tight"/>
              </a:rPr>
              <a:t>Link: </a:t>
            </a:r>
            <a:r>
              <a:rPr lang="en" sz="900" u="sng">
                <a:solidFill>
                  <a:schemeClr val="hlink"/>
                </a:solidFill>
                <a:latin typeface="Inter Tight"/>
                <a:ea typeface="Inter Tight"/>
                <a:cs typeface="Inter Tight"/>
                <a:sym typeface="Inter Tight"/>
                <a:hlinkClick r:id="rId4"/>
              </a:rPr>
              <a:t>https://colab.research.google.com/drive/18HnyRT_AualxB_YLK2sfN-2rwSyk4exx#scrollTo=6ab1c5c9</a:t>
            </a:r>
            <a:endParaRPr sz="900">
              <a:solidFill>
                <a:srgbClr val="CCE9FF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CCE9FF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9" name="Shape 2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0" name="Google Shape;2480;p210"/>
          <p:cNvSpPr txBox="1"/>
          <p:nvPr>
            <p:ph type="title"/>
          </p:nvPr>
        </p:nvSpPr>
        <p:spPr>
          <a:xfrm>
            <a:off x="709825" y="391226"/>
            <a:ext cx="74421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800">
                <a:latin typeface="Inter"/>
                <a:ea typeface="Inter"/>
                <a:cs typeface="Inter"/>
                <a:sym typeface="Inter"/>
              </a:rPr>
              <a:t>Take-Home Practice</a:t>
            </a:r>
            <a:endParaRPr/>
          </a:p>
        </p:txBody>
      </p:sp>
      <p:sp>
        <p:nvSpPr>
          <p:cNvPr id="2481" name="Google Shape;2481;p210"/>
          <p:cNvSpPr txBox="1"/>
          <p:nvPr/>
        </p:nvSpPr>
        <p:spPr>
          <a:xfrm>
            <a:off x="709825" y="1448675"/>
            <a:ext cx="4321800" cy="25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" sz="1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Building your own Deep Agent:</a:t>
            </a:r>
            <a:endParaRPr b="0" i="1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AutoNum type="arabicPeriod"/>
            </a:pPr>
            <a:r>
              <a:rPr b="0" i="0" lang="en" sz="1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Make a copy of today’s colab notebook</a:t>
            </a:r>
            <a:endParaRPr sz="1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AutoNum type="arabicPeriod"/>
            </a:pPr>
            <a:r>
              <a:rPr b="0" i="0" lang="en" sz="1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Add your api key to “secrets” and        initialise your model</a:t>
            </a:r>
            <a:endParaRPr b="0" i="0" sz="17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AutoNum type="arabicPeriod"/>
            </a:pPr>
            <a:r>
              <a:rPr b="0" i="0" lang="en" sz="1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Create an agent by updating your system prompt and choosing tools</a:t>
            </a:r>
            <a:endParaRPr b="0" i="0" sz="17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AutoNum type="arabicPeriod"/>
            </a:pPr>
            <a:r>
              <a:rPr lang="en" sz="1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Optionally add memory and HITL</a:t>
            </a:r>
            <a:endParaRPr b="0" i="0" sz="17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AutoNum type="arabicPeriod"/>
            </a:pPr>
            <a:r>
              <a:rPr b="0" i="0" lang="en" sz="1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Wrap-up</a:t>
            </a:r>
            <a:endParaRPr b="0" i="1" sz="17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82" name="Google Shape;2482;p210"/>
          <p:cNvSpPr txBox="1"/>
          <p:nvPr/>
        </p:nvSpPr>
        <p:spPr>
          <a:xfrm>
            <a:off x="5951347" y="3818500"/>
            <a:ext cx="189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BFBFB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Colab Notebook</a:t>
            </a:r>
            <a:endParaRPr b="0" i="0" sz="1000" u="none" cap="none" strike="noStrike">
              <a:solidFill>
                <a:srgbClr val="FBFBFB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pic>
        <p:nvPicPr>
          <p:cNvPr id="2483" name="Google Shape;2483;p210" title="colab-research-google-com-driv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6662" y="1360400"/>
            <a:ext cx="2422676" cy="2422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4" name="Google Shape;2484;p210"/>
          <p:cNvSpPr txBox="1"/>
          <p:nvPr/>
        </p:nvSpPr>
        <p:spPr>
          <a:xfrm>
            <a:off x="751300" y="4309650"/>
            <a:ext cx="52674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CCE9FF"/>
                </a:solidFill>
                <a:latin typeface="Inter Tight"/>
                <a:ea typeface="Inter Tight"/>
                <a:cs typeface="Inter Tight"/>
                <a:sym typeface="Inter Tight"/>
              </a:rPr>
              <a:t>Link: </a:t>
            </a:r>
            <a:r>
              <a:rPr lang="en" sz="900" u="sng">
                <a:solidFill>
                  <a:schemeClr val="hlink"/>
                </a:solidFill>
                <a:latin typeface="Inter Tight"/>
                <a:ea typeface="Inter Tight"/>
                <a:cs typeface="Inter Tight"/>
                <a:sym typeface="Inter Tight"/>
                <a:hlinkClick r:id="rId4"/>
              </a:rPr>
              <a:t>https://colab.research.google.com/drive/1PsgwiukuBY8h1QuMCqvTg-q-emoSv9zk#scrollTo=7869b798</a:t>
            </a:r>
            <a:endParaRPr sz="900">
              <a:solidFill>
                <a:srgbClr val="CCE9FF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CCE9FF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CCE9FF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8" name="Shape 2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9" name="Google Shape;2489;p211"/>
          <p:cNvSpPr txBox="1"/>
          <p:nvPr>
            <p:ph type="title"/>
          </p:nvPr>
        </p:nvSpPr>
        <p:spPr>
          <a:xfrm>
            <a:off x="311700" y="286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learn more:</a:t>
            </a:r>
            <a:endParaRPr/>
          </a:p>
        </p:txBody>
      </p:sp>
      <p:sp>
        <p:nvSpPr>
          <p:cNvPr id="2490" name="Google Shape;2490;p211"/>
          <p:cNvSpPr txBox="1"/>
          <p:nvPr>
            <p:ph idx="1" type="body"/>
          </p:nvPr>
        </p:nvSpPr>
        <p:spPr>
          <a:xfrm>
            <a:off x="353113" y="912279"/>
            <a:ext cx="8231100" cy="4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BFBFB"/>
                </a:solidFill>
              </a:rPr>
              <a:t>Head over to LangChain Academy!</a:t>
            </a:r>
            <a:endParaRPr sz="2100">
              <a:solidFill>
                <a:srgbClr val="FBFBFB"/>
              </a:solidFill>
            </a:endParaRPr>
          </a:p>
        </p:txBody>
      </p:sp>
      <p:sp>
        <p:nvSpPr>
          <p:cNvPr id="2491" name="Google Shape;2491;p211"/>
          <p:cNvSpPr txBox="1"/>
          <p:nvPr/>
        </p:nvSpPr>
        <p:spPr>
          <a:xfrm>
            <a:off x="3835325" y="2648375"/>
            <a:ext cx="4298100" cy="7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FBFBFB"/>
                </a:solidFill>
                <a:latin typeface="Inter Tight"/>
                <a:ea typeface="Inter Tight"/>
                <a:cs typeface="Inter Tight"/>
                <a:sym typeface="Inter Tight"/>
              </a:rPr>
              <a:t>Any questions?</a:t>
            </a:r>
            <a:br>
              <a:rPr lang="en" sz="1900">
                <a:solidFill>
                  <a:srgbClr val="FBFBFB"/>
                </a:solidFill>
                <a:latin typeface="Inter Tight"/>
                <a:ea typeface="Inter Tight"/>
                <a:cs typeface="Inter Tight"/>
                <a:sym typeface="Inter Tight"/>
              </a:rPr>
            </a:br>
            <a:r>
              <a:rPr lang="en" sz="1900">
                <a:solidFill>
                  <a:srgbClr val="FBFBFB"/>
                </a:solidFill>
                <a:latin typeface="Inter Tight"/>
                <a:ea typeface="Inter Tight"/>
                <a:cs typeface="Inter Tight"/>
                <a:sym typeface="Inter Tight"/>
              </a:rPr>
              <a:t>Reach out to jess.weng@langchain.dev</a:t>
            </a:r>
            <a:endParaRPr sz="1900">
              <a:solidFill>
                <a:srgbClr val="FBFBFB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2492" name="Google Shape;2492;p211" title="academy-langchain-com-cours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425" y="1458175"/>
            <a:ext cx="3146826" cy="3146826"/>
          </a:xfrm>
          <a:prstGeom prst="rect">
            <a:avLst/>
          </a:prstGeom>
          <a:noFill/>
          <a:ln>
            <a:noFill/>
          </a:ln>
        </p:spPr>
      </p:pic>
      <p:sp>
        <p:nvSpPr>
          <p:cNvPr id="2493" name="Google Shape;2493;p211"/>
          <p:cNvSpPr txBox="1"/>
          <p:nvPr/>
        </p:nvSpPr>
        <p:spPr>
          <a:xfrm>
            <a:off x="3699125" y="4269823"/>
            <a:ext cx="52674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CCE9FF"/>
                </a:solidFill>
                <a:latin typeface="Inter Tight"/>
                <a:ea typeface="Inter Tight"/>
                <a:cs typeface="Inter Tight"/>
                <a:sym typeface="Inter Tight"/>
              </a:rPr>
              <a:t>Link: </a:t>
            </a:r>
            <a:r>
              <a:rPr lang="en" sz="900" u="sng">
                <a:solidFill>
                  <a:schemeClr val="hlink"/>
                </a:solidFill>
                <a:latin typeface="Inter Tight"/>
                <a:ea typeface="Inter Tight"/>
                <a:cs typeface="Inter Tight"/>
                <a:sym typeface="Inter Tight"/>
                <a:hlinkClick r:id="rId4"/>
              </a:rPr>
              <a:t>https://academy.langchain.com/courses/foundation-introduction-to-deepagents</a:t>
            </a:r>
            <a:endParaRPr sz="900">
              <a:solidFill>
                <a:srgbClr val="CCE9FF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CCE9FF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CCE9FF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7" name="Shape 2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" name="Google Shape;2498;p212"/>
          <p:cNvSpPr txBox="1"/>
          <p:nvPr>
            <p:ph type="title"/>
          </p:nvPr>
        </p:nvSpPr>
        <p:spPr>
          <a:xfrm>
            <a:off x="311700" y="286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Managed Deep Agents Session (Oct 7)</a:t>
            </a:r>
            <a:endParaRPr/>
          </a:p>
        </p:txBody>
      </p:sp>
      <p:sp>
        <p:nvSpPr>
          <p:cNvPr id="2499" name="Google Shape;2499;p212"/>
          <p:cNvSpPr txBox="1"/>
          <p:nvPr/>
        </p:nvSpPr>
        <p:spPr>
          <a:xfrm>
            <a:off x="3835325" y="2551200"/>
            <a:ext cx="4298100" cy="7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FBFBFB"/>
                </a:solidFill>
                <a:latin typeface="Inter Tight"/>
                <a:ea typeface="Inter Tight"/>
                <a:cs typeface="Inter Tight"/>
                <a:sym typeface="Inter Tight"/>
              </a:rPr>
              <a:t>Any questions?</a:t>
            </a:r>
            <a:br>
              <a:rPr lang="en" sz="1900">
                <a:solidFill>
                  <a:srgbClr val="FBFBFB"/>
                </a:solidFill>
                <a:latin typeface="Inter Tight"/>
                <a:ea typeface="Inter Tight"/>
                <a:cs typeface="Inter Tight"/>
                <a:sym typeface="Inter Tight"/>
              </a:rPr>
            </a:br>
            <a:r>
              <a:rPr lang="en" sz="1900">
                <a:solidFill>
                  <a:srgbClr val="FBFBFB"/>
                </a:solidFill>
                <a:latin typeface="Inter Tight"/>
                <a:ea typeface="Inter Tight"/>
                <a:cs typeface="Inter Tight"/>
                <a:sym typeface="Inter Tight"/>
              </a:rPr>
              <a:t>Reach out to ishaan.lal@langchain.dev</a:t>
            </a:r>
            <a:endParaRPr sz="1900">
              <a:solidFill>
                <a:srgbClr val="FBFBFB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500" name="Google Shape;2500;p212"/>
          <p:cNvSpPr txBox="1"/>
          <p:nvPr>
            <p:ph idx="1" type="body"/>
          </p:nvPr>
        </p:nvSpPr>
        <p:spPr>
          <a:xfrm>
            <a:off x="353113" y="952554"/>
            <a:ext cx="8231100" cy="4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BFBFB"/>
                </a:solidFill>
              </a:rPr>
              <a:t>Register here for Ishaan’s workshop!</a:t>
            </a:r>
            <a:endParaRPr sz="2100">
              <a:solidFill>
                <a:srgbClr val="FBFBFB"/>
              </a:solidFill>
            </a:endParaRPr>
          </a:p>
        </p:txBody>
      </p:sp>
      <p:pic>
        <p:nvPicPr>
          <p:cNvPr id="2501" name="Google Shape;2501;p212" title="events-langchain-com-regist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575" y="1596200"/>
            <a:ext cx="3080824" cy="3080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TERRUPT26">
  <a:themeElements>
    <a:clrScheme name="Simple Dark">
      <a:dk1>
        <a:srgbClr val="FFFFFF"/>
      </a:dk1>
      <a:lt1>
        <a:srgbClr val="151810"/>
      </a:lt1>
      <a:dk2>
        <a:srgbClr val="B2B2B2"/>
      </a:dk2>
      <a:lt2>
        <a:srgbClr val="FFFFFF"/>
      </a:lt2>
      <a:accent1>
        <a:srgbClr val="22281E"/>
      </a:accent1>
      <a:accent2>
        <a:srgbClr val="2A0C56"/>
      </a:accent2>
      <a:accent3>
        <a:srgbClr val="C63E3F"/>
      </a:accent3>
      <a:accent4>
        <a:srgbClr val="FDA985"/>
      </a:accent4>
      <a:accent5>
        <a:srgbClr val="FFCD9A"/>
      </a:accent5>
      <a:accent6>
        <a:srgbClr val="EEFF41"/>
      </a:accent6>
      <a:hlink>
        <a:srgbClr val="FFFFFF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INTERRUPT26">
  <a:themeElements>
    <a:clrScheme name="Simple Dark">
      <a:dk1>
        <a:srgbClr val="FFFFFF"/>
      </a:dk1>
      <a:lt1>
        <a:srgbClr val="151810"/>
      </a:lt1>
      <a:dk2>
        <a:srgbClr val="B2B2B2"/>
      </a:dk2>
      <a:lt2>
        <a:srgbClr val="FFFFFF"/>
      </a:lt2>
      <a:accent1>
        <a:srgbClr val="22281E"/>
      </a:accent1>
      <a:accent2>
        <a:srgbClr val="2A0C56"/>
      </a:accent2>
      <a:accent3>
        <a:srgbClr val="C63E3F"/>
      </a:accent3>
      <a:accent4>
        <a:srgbClr val="FDA985"/>
      </a:accent4>
      <a:accent5>
        <a:srgbClr val="FFCD9A"/>
      </a:accent5>
      <a:accent6>
        <a:srgbClr val="EEFF41"/>
      </a:accent6>
      <a:hlink>
        <a:srgbClr val="FFFFFF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